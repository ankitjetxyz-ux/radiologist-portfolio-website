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9" r:id="rId2"/>
    <p:sldId id="27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8" r:id="rId11"/>
    <p:sldId id="274" r:id="rId12"/>
    <p:sldId id="276" r:id="rId13"/>
    <p:sldId id="280" r:id="rId14"/>
    <p:sldId id="281" r:id="rId15"/>
    <p:sldId id="271" r:id="rId16"/>
    <p:sldId id="275" r:id="rId17"/>
    <p:sldId id="272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FD966"/>
    <a:srgbClr val="FFCA4B"/>
    <a:srgbClr val="EDCEB3"/>
    <a:srgbClr val="F3DFCD"/>
    <a:srgbClr val="FCF7F2"/>
    <a:srgbClr val="E7BE9A"/>
    <a:srgbClr val="E1AE81"/>
    <a:srgbClr val="17684F"/>
    <a:srgbClr val="00A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11501-0CA9-4DC6-9E1F-BD21C6477142}" v="26" dt="2024-07-24T06:17:44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6C4058-86DF-4F23-8ABD-7AD2C632DC50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2E23E98-3E79-4D2F-90AC-9D5127FF0C5C}">
      <dgm:prSet phldrT="[Text]" phldr="1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rgbClr val="821726"/>
        </a:solidFill>
        <a:ln>
          <a:noFill/>
        </a:ln>
      </dgm:spPr>
      <dgm:t>
        <a:bodyPr rtlCol="0" anchor="ctr"/>
        <a:lstStyle/>
        <a:p>
          <a:pPr marL="0" algn="ctr" defTabSz="914400" rtl="0" eaLnBrk="1" latinLnBrk="0" hangingPunct="1"/>
          <a:endParaRPr lang="en-IN" sz="1400" b="1" kern="1200" dirty="0">
            <a:solidFill>
              <a:schemeClr val="lt1"/>
            </a:solidFill>
            <a:latin typeface="Segoe UI" panose="020B0502040204020203" pitchFamily="34" charset="0"/>
            <a:ea typeface="+mn-ea"/>
            <a:cs typeface="Segoe UI" panose="020B0502040204020203" pitchFamily="34" charset="0"/>
          </a:endParaRPr>
        </a:p>
      </dgm:t>
    </dgm:pt>
    <dgm:pt modelId="{A6E2E495-FD7D-45BE-911F-D8D6778A44D7}" type="parTrans" cxnId="{751BC4DD-F18A-458B-A2EB-292118B2811C}">
      <dgm:prSet/>
      <dgm:spPr/>
      <dgm:t>
        <a:bodyPr/>
        <a:lstStyle/>
        <a:p>
          <a:endParaRPr lang="en-IN"/>
        </a:p>
      </dgm:t>
    </dgm:pt>
    <dgm:pt modelId="{8B1C0C51-9693-41D0-B7BE-F9C19FF402B0}" type="sibTrans" cxnId="{751BC4DD-F18A-458B-A2EB-292118B2811C}">
      <dgm:prSet/>
      <dgm:spPr/>
      <dgm:t>
        <a:bodyPr/>
        <a:lstStyle/>
        <a:p>
          <a:endParaRPr lang="en-IN"/>
        </a:p>
      </dgm:t>
    </dgm:pt>
    <dgm:pt modelId="{D5FB0910-CAB8-401C-BE4A-FF8A8F46C9FC}">
      <dgm:prSet phldrT="[Text]" phldr="1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rgbClr val="A71C27"/>
        </a:solidFill>
        <a:ln>
          <a:noFill/>
        </a:ln>
      </dgm:spPr>
      <dgm:t>
        <a:bodyPr spcFirstLastPara="0" vert="horz" wrap="square" lIns="128016" tIns="128016" rIns="128016" bIns="128016" numCol="1" spcCol="1270" rtlCol="0" anchor="ctr" anchorCtr="0"/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 dirty="0">
            <a:solidFill>
              <a:schemeClr val="lt1"/>
            </a:solidFill>
            <a:latin typeface="+mn-lt"/>
            <a:ea typeface="+mn-ea"/>
            <a:cs typeface="+mn-cs"/>
          </a:endParaRPr>
        </a:p>
      </dgm:t>
    </dgm:pt>
    <dgm:pt modelId="{89C12095-2513-4D6E-92FB-0A2F85A08AB5}" type="parTrans" cxnId="{3A11050F-ACD2-4239-B17B-7F0A57B50CFA}">
      <dgm:prSet/>
      <dgm:spPr/>
      <dgm:t>
        <a:bodyPr/>
        <a:lstStyle/>
        <a:p>
          <a:endParaRPr lang="en-IN"/>
        </a:p>
      </dgm:t>
    </dgm:pt>
    <dgm:pt modelId="{4FA89A70-CFB8-4452-9948-DC24D577D747}" type="sibTrans" cxnId="{3A11050F-ACD2-4239-B17B-7F0A57B50CFA}">
      <dgm:prSet/>
      <dgm:spPr/>
      <dgm:t>
        <a:bodyPr/>
        <a:lstStyle/>
        <a:p>
          <a:endParaRPr lang="en-IN"/>
        </a:p>
      </dgm:t>
    </dgm:pt>
    <dgm:pt modelId="{6C07E801-02C6-4A6C-B9A5-1BEDB6250C3A}">
      <dgm:prSet phldrT="[Text]" phldr="1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rgbClr val="BC4125"/>
        </a:solidFill>
        <a:ln>
          <a:noFill/>
        </a:ln>
      </dgm:spPr>
      <dgm:t>
        <a:bodyPr spcFirstLastPara="0" vert="horz" wrap="square" lIns="99568" tIns="99568" rIns="99568" bIns="99568" numCol="1" spcCol="1270" rtlCol="0" anchor="ctr" anchorCtr="0"/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lt1"/>
            </a:solidFill>
            <a:latin typeface="Segoe UI" panose="020B0502040204020203" pitchFamily="34" charset="0"/>
            <a:ea typeface="+mn-ea"/>
            <a:cs typeface="Segoe UI" panose="020B0502040204020203" pitchFamily="34" charset="0"/>
          </a:endParaRPr>
        </a:p>
      </dgm:t>
    </dgm:pt>
    <dgm:pt modelId="{2C22DDB0-5ACA-4D4E-B0E6-DB4A26F920F6}" type="parTrans" cxnId="{1674BAB4-57B4-45DA-83AD-ACF65A352A9F}">
      <dgm:prSet/>
      <dgm:spPr/>
      <dgm:t>
        <a:bodyPr/>
        <a:lstStyle/>
        <a:p>
          <a:endParaRPr lang="en-IN"/>
        </a:p>
      </dgm:t>
    </dgm:pt>
    <dgm:pt modelId="{7BBD1FCF-F1BA-4842-8783-F2743BBDDFEA}" type="sibTrans" cxnId="{1674BAB4-57B4-45DA-83AD-ACF65A352A9F}">
      <dgm:prSet/>
      <dgm:spPr/>
      <dgm:t>
        <a:bodyPr/>
        <a:lstStyle/>
        <a:p>
          <a:endParaRPr lang="en-IN"/>
        </a:p>
      </dgm:t>
    </dgm:pt>
    <dgm:pt modelId="{12AAB2F3-5AFC-45A1-98D8-449BF364C29E}">
      <dgm:prSet phldrT="[Text]" phldr="1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rgbClr val="B55501"/>
        </a:solidFill>
        <a:ln>
          <a:noFill/>
        </a:ln>
      </dgm:spPr>
      <dgm:t>
        <a:bodyPr rtlCol="0" anchor="ctr"/>
        <a:lstStyle/>
        <a:p>
          <a:pPr marL="0" algn="ctr" defTabSz="914400" rtl="0" eaLnBrk="1" latinLnBrk="0" hangingPunct="1"/>
          <a:endParaRPr lang="en-IN" sz="1800" kern="1200" dirty="0">
            <a:solidFill>
              <a:schemeClr val="lt1"/>
            </a:solidFill>
            <a:latin typeface="+mn-lt"/>
            <a:ea typeface="+mn-ea"/>
            <a:cs typeface="+mn-cs"/>
          </a:endParaRPr>
        </a:p>
      </dgm:t>
    </dgm:pt>
    <dgm:pt modelId="{4CDF5232-4B94-44D8-B724-345E833620D5}" type="parTrans" cxnId="{3186D718-CA1E-4155-9667-C1A3642F101D}">
      <dgm:prSet/>
      <dgm:spPr/>
      <dgm:t>
        <a:bodyPr/>
        <a:lstStyle/>
        <a:p>
          <a:endParaRPr lang="en-IN"/>
        </a:p>
      </dgm:t>
    </dgm:pt>
    <dgm:pt modelId="{5E9029F1-796D-478B-B02F-59589CD24786}" type="sibTrans" cxnId="{3186D718-CA1E-4155-9667-C1A3642F101D}">
      <dgm:prSet/>
      <dgm:spPr/>
      <dgm:t>
        <a:bodyPr/>
        <a:lstStyle/>
        <a:p>
          <a:endParaRPr lang="en-IN"/>
        </a:p>
      </dgm:t>
    </dgm:pt>
    <dgm:pt modelId="{51B0A817-F2EB-4E1A-9B15-DA0981002D59}" type="pres">
      <dgm:prSet presAssocID="{0C6C4058-86DF-4F23-8ABD-7AD2C632DC50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318EF381-15B1-44E5-8B93-4B04D8BE0B62}" type="pres">
      <dgm:prSet presAssocID="{0C6C4058-86DF-4F23-8ABD-7AD2C632DC50}" presName="children" presStyleCnt="0"/>
      <dgm:spPr/>
    </dgm:pt>
    <dgm:pt modelId="{B8F204DA-B109-4F77-A643-47356E6E260D}" type="pres">
      <dgm:prSet presAssocID="{0C6C4058-86DF-4F23-8ABD-7AD2C632DC50}" presName="childPlaceholder" presStyleCnt="0"/>
      <dgm:spPr/>
    </dgm:pt>
    <dgm:pt modelId="{4A4BF395-D01F-41C3-BF2F-B22B2FF6FB58}" type="pres">
      <dgm:prSet presAssocID="{0C6C4058-86DF-4F23-8ABD-7AD2C632DC50}" presName="circle" presStyleCnt="0"/>
      <dgm:spPr/>
    </dgm:pt>
    <dgm:pt modelId="{42CD4147-FA74-47B5-87B7-AB946F4CA3BE}" type="pres">
      <dgm:prSet presAssocID="{0C6C4058-86DF-4F23-8ABD-7AD2C632DC50}" presName="quadrant1" presStyleLbl="node1" presStyleIdx="0" presStyleCnt="4" custAng="0" custLinFactNeighborX="3601" custLinFactNeighborY="14672">
        <dgm:presLayoutVars>
          <dgm:chMax val="1"/>
          <dgm:bulletEnabled val="1"/>
        </dgm:presLayoutVars>
      </dgm:prSet>
      <dgm:spPr>
        <a:xfrm>
          <a:off x="1663530" y="308864"/>
          <a:ext cx="2346282" cy="2346282"/>
        </a:xfrm>
        <a:prstGeom prst="pieWedge">
          <a:avLst/>
        </a:prstGeom>
      </dgm:spPr>
    </dgm:pt>
    <dgm:pt modelId="{E9CF3064-0DA5-461A-9687-81FFB2D018DA}" type="pres">
      <dgm:prSet presAssocID="{0C6C4058-86DF-4F23-8ABD-7AD2C632DC50}" presName="quadrant2" presStyleLbl="node1" presStyleIdx="1" presStyleCnt="4" custAng="0" custLinFactNeighborX="-2291" custLinFactNeighborY="14672">
        <dgm:presLayoutVars>
          <dgm:chMax val="1"/>
          <dgm:bulletEnabled val="1"/>
        </dgm:presLayoutVars>
      </dgm:prSet>
      <dgm:spPr>
        <a:xfrm rot="5400000">
          <a:off x="4118186" y="308864"/>
          <a:ext cx="2346282" cy="2346282"/>
        </a:xfrm>
        <a:prstGeom prst="pieWedge">
          <a:avLst/>
        </a:prstGeom>
      </dgm:spPr>
    </dgm:pt>
    <dgm:pt modelId="{1D68D2FA-AB50-4108-BCBA-C7A420158EDD}" type="pres">
      <dgm:prSet presAssocID="{0C6C4058-86DF-4F23-8ABD-7AD2C632DC50}" presName="quadrant3" presStyleLbl="node1" presStyleIdx="2" presStyleCnt="4" custAng="0" custLinFactNeighborX="-2608" custLinFactNeighborY="9377">
        <dgm:presLayoutVars>
          <dgm:chMax val="1"/>
          <dgm:bulletEnabled val="1"/>
        </dgm:presLayoutVars>
      </dgm:prSet>
      <dgm:spPr>
        <a:xfrm rot="10800000">
          <a:off x="4118186" y="2763520"/>
          <a:ext cx="2346282" cy="2346282"/>
        </a:xfrm>
        <a:prstGeom prst="pieWedge">
          <a:avLst/>
        </a:prstGeom>
      </dgm:spPr>
    </dgm:pt>
    <dgm:pt modelId="{67C97742-3F45-449D-A729-F27C61D415FE}" type="pres">
      <dgm:prSet presAssocID="{0C6C4058-86DF-4F23-8ABD-7AD2C632DC50}" presName="quadrant4" presStyleLbl="node1" presStyleIdx="3" presStyleCnt="4" custAng="0" custLinFactNeighborX="3601" custLinFactNeighborY="9299">
        <dgm:presLayoutVars>
          <dgm:chMax val="1"/>
          <dgm:bulletEnabled val="1"/>
        </dgm:presLayoutVars>
      </dgm:prSet>
      <dgm:spPr>
        <a:xfrm rot="16200000">
          <a:off x="1663530" y="2763520"/>
          <a:ext cx="2346282" cy="2346282"/>
        </a:xfrm>
        <a:prstGeom prst="pieWedge">
          <a:avLst/>
        </a:prstGeom>
      </dgm:spPr>
    </dgm:pt>
    <dgm:pt modelId="{37950D37-0637-4C08-A08C-9CF639D38976}" type="pres">
      <dgm:prSet presAssocID="{0C6C4058-86DF-4F23-8ABD-7AD2C632DC50}" presName="quadrantPlaceholder" presStyleCnt="0"/>
      <dgm:spPr/>
    </dgm:pt>
    <dgm:pt modelId="{97F860C1-BAB1-4CE6-A6B3-02860B12A270}" type="pres">
      <dgm:prSet presAssocID="{0C6C4058-86DF-4F23-8ABD-7AD2C632DC50}" presName="center1" presStyleLbl="fgShp" presStyleIdx="0" presStyleCnt="2" custLinFactX="-234507" custLinFactNeighborX="-300000" custLinFactNeighborY="31874"/>
      <dgm:spPr>
        <a:solidFill>
          <a:schemeClr val="bg1"/>
        </a:solidFill>
      </dgm:spPr>
    </dgm:pt>
    <dgm:pt modelId="{908144C7-CF1B-4095-91D4-206A821728F5}" type="pres">
      <dgm:prSet presAssocID="{0C6C4058-86DF-4F23-8ABD-7AD2C632DC50}" presName="center2" presStyleLbl="fgShp" presStyleIdx="1" presStyleCnt="2" custLinFactX="-277383" custLinFactNeighborX="-300000" custLinFactNeighborY="57692"/>
      <dgm:spPr>
        <a:solidFill>
          <a:schemeClr val="bg1"/>
        </a:solidFill>
      </dgm:spPr>
    </dgm:pt>
  </dgm:ptLst>
  <dgm:cxnLst>
    <dgm:cxn modelId="{54477700-6BF7-42AF-B6F8-35BC2243D94F}" type="presOf" srcId="{D2E23E98-3E79-4D2F-90AC-9D5127FF0C5C}" destId="{42CD4147-FA74-47B5-87B7-AB946F4CA3BE}" srcOrd="0" destOrd="0" presId="urn:microsoft.com/office/officeart/2005/8/layout/cycle4"/>
    <dgm:cxn modelId="{3A11050F-ACD2-4239-B17B-7F0A57B50CFA}" srcId="{0C6C4058-86DF-4F23-8ABD-7AD2C632DC50}" destId="{D5FB0910-CAB8-401C-BE4A-FF8A8F46C9FC}" srcOrd="1" destOrd="0" parTransId="{89C12095-2513-4D6E-92FB-0A2F85A08AB5}" sibTransId="{4FA89A70-CFB8-4452-9948-DC24D577D747}"/>
    <dgm:cxn modelId="{491D2A17-83E9-43A8-8EC0-8497BBCBC402}" type="presOf" srcId="{D5FB0910-CAB8-401C-BE4A-FF8A8F46C9FC}" destId="{E9CF3064-0DA5-461A-9687-81FFB2D018DA}" srcOrd="0" destOrd="0" presId="urn:microsoft.com/office/officeart/2005/8/layout/cycle4"/>
    <dgm:cxn modelId="{3186D718-CA1E-4155-9667-C1A3642F101D}" srcId="{0C6C4058-86DF-4F23-8ABD-7AD2C632DC50}" destId="{12AAB2F3-5AFC-45A1-98D8-449BF364C29E}" srcOrd="3" destOrd="0" parTransId="{4CDF5232-4B94-44D8-B724-345E833620D5}" sibTransId="{5E9029F1-796D-478B-B02F-59589CD24786}"/>
    <dgm:cxn modelId="{88D02F3C-57EF-42AE-9957-7EC9CBCDC697}" type="presOf" srcId="{0C6C4058-86DF-4F23-8ABD-7AD2C632DC50}" destId="{51B0A817-F2EB-4E1A-9B15-DA0981002D59}" srcOrd="0" destOrd="0" presId="urn:microsoft.com/office/officeart/2005/8/layout/cycle4"/>
    <dgm:cxn modelId="{5FD4BA61-B1A2-46B7-BE50-54A51ED1A54B}" type="presOf" srcId="{6C07E801-02C6-4A6C-B9A5-1BEDB6250C3A}" destId="{1D68D2FA-AB50-4108-BCBA-C7A420158EDD}" srcOrd="0" destOrd="0" presId="urn:microsoft.com/office/officeart/2005/8/layout/cycle4"/>
    <dgm:cxn modelId="{1674BAB4-57B4-45DA-83AD-ACF65A352A9F}" srcId="{0C6C4058-86DF-4F23-8ABD-7AD2C632DC50}" destId="{6C07E801-02C6-4A6C-B9A5-1BEDB6250C3A}" srcOrd="2" destOrd="0" parTransId="{2C22DDB0-5ACA-4D4E-B0E6-DB4A26F920F6}" sibTransId="{7BBD1FCF-F1BA-4842-8783-F2743BBDDFEA}"/>
    <dgm:cxn modelId="{751BC4DD-F18A-458B-A2EB-292118B2811C}" srcId="{0C6C4058-86DF-4F23-8ABD-7AD2C632DC50}" destId="{D2E23E98-3E79-4D2F-90AC-9D5127FF0C5C}" srcOrd="0" destOrd="0" parTransId="{A6E2E495-FD7D-45BE-911F-D8D6778A44D7}" sibTransId="{8B1C0C51-9693-41D0-B7BE-F9C19FF402B0}"/>
    <dgm:cxn modelId="{128555F8-7DF8-4D2E-B628-4902BD989534}" type="presOf" srcId="{12AAB2F3-5AFC-45A1-98D8-449BF364C29E}" destId="{67C97742-3F45-449D-A729-F27C61D415FE}" srcOrd="0" destOrd="0" presId="urn:microsoft.com/office/officeart/2005/8/layout/cycle4"/>
    <dgm:cxn modelId="{589275BA-ED47-42FE-A8B1-6D5041EF02F1}" type="presParOf" srcId="{51B0A817-F2EB-4E1A-9B15-DA0981002D59}" destId="{318EF381-15B1-44E5-8B93-4B04D8BE0B62}" srcOrd="0" destOrd="0" presId="urn:microsoft.com/office/officeart/2005/8/layout/cycle4"/>
    <dgm:cxn modelId="{946B8549-380F-4FA1-967B-6A63AD0B0E1B}" type="presParOf" srcId="{318EF381-15B1-44E5-8B93-4B04D8BE0B62}" destId="{B8F204DA-B109-4F77-A643-47356E6E260D}" srcOrd="0" destOrd="0" presId="urn:microsoft.com/office/officeart/2005/8/layout/cycle4"/>
    <dgm:cxn modelId="{7A78F7AE-C3D3-465F-AFC9-D90075CD83B3}" type="presParOf" srcId="{51B0A817-F2EB-4E1A-9B15-DA0981002D59}" destId="{4A4BF395-D01F-41C3-BF2F-B22B2FF6FB58}" srcOrd="1" destOrd="0" presId="urn:microsoft.com/office/officeart/2005/8/layout/cycle4"/>
    <dgm:cxn modelId="{6767184A-E231-4703-B78C-C51811CB9AA5}" type="presParOf" srcId="{4A4BF395-D01F-41C3-BF2F-B22B2FF6FB58}" destId="{42CD4147-FA74-47B5-87B7-AB946F4CA3BE}" srcOrd="0" destOrd="0" presId="urn:microsoft.com/office/officeart/2005/8/layout/cycle4"/>
    <dgm:cxn modelId="{E50B9046-72B8-4F34-ACA3-9D6B008AD60D}" type="presParOf" srcId="{4A4BF395-D01F-41C3-BF2F-B22B2FF6FB58}" destId="{E9CF3064-0DA5-461A-9687-81FFB2D018DA}" srcOrd="1" destOrd="0" presId="urn:microsoft.com/office/officeart/2005/8/layout/cycle4"/>
    <dgm:cxn modelId="{9A44D455-D81A-4113-8B53-8C4791BAB370}" type="presParOf" srcId="{4A4BF395-D01F-41C3-BF2F-B22B2FF6FB58}" destId="{1D68D2FA-AB50-4108-BCBA-C7A420158EDD}" srcOrd="2" destOrd="0" presId="urn:microsoft.com/office/officeart/2005/8/layout/cycle4"/>
    <dgm:cxn modelId="{73CCE762-5D64-49E3-984A-7840D061C0C8}" type="presParOf" srcId="{4A4BF395-D01F-41C3-BF2F-B22B2FF6FB58}" destId="{67C97742-3F45-449D-A729-F27C61D415FE}" srcOrd="3" destOrd="0" presId="urn:microsoft.com/office/officeart/2005/8/layout/cycle4"/>
    <dgm:cxn modelId="{2B5B806E-8CE1-4618-B101-41C6CC425CF4}" type="presParOf" srcId="{4A4BF395-D01F-41C3-BF2F-B22B2FF6FB58}" destId="{37950D37-0637-4C08-A08C-9CF639D38976}" srcOrd="4" destOrd="0" presId="urn:microsoft.com/office/officeart/2005/8/layout/cycle4"/>
    <dgm:cxn modelId="{AD625288-A42A-4DF2-8FCA-563293C7AC4C}" type="presParOf" srcId="{51B0A817-F2EB-4E1A-9B15-DA0981002D59}" destId="{97F860C1-BAB1-4CE6-A6B3-02860B12A270}" srcOrd="2" destOrd="0" presId="urn:microsoft.com/office/officeart/2005/8/layout/cycle4"/>
    <dgm:cxn modelId="{2289D325-6E9D-45AE-A8F5-D463658892BD}" type="presParOf" srcId="{51B0A817-F2EB-4E1A-9B15-DA0981002D59}" destId="{908144C7-CF1B-4095-91D4-206A821728F5}" srcOrd="3" destOrd="0" presId="urn:microsoft.com/office/officeart/2005/8/layout/cycle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D4147-FA74-47B5-87B7-AB946F4CA3BE}">
      <dsp:nvSpPr>
        <dsp:cNvPr id="0" name=""/>
        <dsp:cNvSpPr/>
      </dsp:nvSpPr>
      <dsp:spPr>
        <a:xfrm>
          <a:off x="848682" y="335420"/>
          <a:ext cx="1204987" cy="1204987"/>
        </a:xfrm>
        <a:prstGeom prst="pieWedge">
          <a:avLst/>
        </a:prstGeom>
        <a:solidFill>
          <a:srgbClr val="82172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lt1"/>
            </a:solidFill>
            <a:latin typeface="Segoe UI" panose="020B0502040204020203" pitchFamily="34" charset="0"/>
            <a:ea typeface="+mn-ea"/>
            <a:cs typeface="Segoe UI" panose="020B0502040204020203" pitchFamily="34" charset="0"/>
          </a:endParaRPr>
        </a:p>
      </dsp:txBody>
      <dsp:txXfrm>
        <a:off x="1201615" y="688353"/>
        <a:ext cx="852054" cy="852054"/>
      </dsp:txXfrm>
    </dsp:sp>
    <dsp:sp modelId="{E9CF3064-0DA5-461A-9687-81FFB2D018DA}">
      <dsp:nvSpPr>
        <dsp:cNvPr id="0" name=""/>
        <dsp:cNvSpPr/>
      </dsp:nvSpPr>
      <dsp:spPr>
        <a:xfrm rot="5400000">
          <a:off x="2038330" y="335420"/>
          <a:ext cx="1204987" cy="1204987"/>
        </a:xfrm>
        <a:prstGeom prst="pieWedge">
          <a:avLst/>
        </a:prstGeom>
        <a:solidFill>
          <a:srgbClr val="A71C27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 dirty="0">
            <a:solidFill>
              <a:schemeClr val="lt1"/>
            </a:solidFill>
            <a:latin typeface="+mn-lt"/>
            <a:ea typeface="+mn-ea"/>
            <a:cs typeface="+mn-cs"/>
          </a:endParaRPr>
        </a:p>
      </dsp:txBody>
      <dsp:txXfrm rot="-5400000">
        <a:off x="2038330" y="688353"/>
        <a:ext cx="852054" cy="852054"/>
      </dsp:txXfrm>
    </dsp:sp>
    <dsp:sp modelId="{1D68D2FA-AB50-4108-BCBA-C7A420158EDD}">
      <dsp:nvSpPr>
        <dsp:cNvPr id="0" name=""/>
        <dsp:cNvSpPr/>
      </dsp:nvSpPr>
      <dsp:spPr>
        <a:xfrm rot="10800000">
          <a:off x="2034510" y="1532261"/>
          <a:ext cx="1204987" cy="1204987"/>
        </a:xfrm>
        <a:prstGeom prst="pieWedge">
          <a:avLst/>
        </a:prstGeom>
        <a:solidFill>
          <a:srgbClr val="BC412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lt1"/>
            </a:solidFill>
            <a:latin typeface="Segoe UI" panose="020B0502040204020203" pitchFamily="34" charset="0"/>
            <a:ea typeface="+mn-ea"/>
            <a:cs typeface="Segoe UI" panose="020B0502040204020203" pitchFamily="34" charset="0"/>
          </a:endParaRPr>
        </a:p>
      </dsp:txBody>
      <dsp:txXfrm rot="10800000">
        <a:off x="2034510" y="1532261"/>
        <a:ext cx="852054" cy="852054"/>
      </dsp:txXfrm>
    </dsp:sp>
    <dsp:sp modelId="{67C97742-3F45-449D-A729-F27C61D415FE}">
      <dsp:nvSpPr>
        <dsp:cNvPr id="0" name=""/>
        <dsp:cNvSpPr/>
      </dsp:nvSpPr>
      <dsp:spPr>
        <a:xfrm rot="16200000">
          <a:off x="848682" y="1531321"/>
          <a:ext cx="1204987" cy="1204987"/>
        </a:xfrm>
        <a:prstGeom prst="pieWedge">
          <a:avLst/>
        </a:prstGeom>
        <a:solidFill>
          <a:srgbClr val="B5550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 dirty="0">
            <a:solidFill>
              <a:schemeClr val="lt1"/>
            </a:solidFill>
            <a:latin typeface="+mn-lt"/>
            <a:ea typeface="+mn-ea"/>
            <a:cs typeface="+mn-cs"/>
          </a:endParaRPr>
        </a:p>
      </dsp:txBody>
      <dsp:txXfrm rot="5400000">
        <a:off x="1201615" y="1531321"/>
        <a:ext cx="852054" cy="852054"/>
      </dsp:txXfrm>
    </dsp:sp>
    <dsp:sp modelId="{97F860C1-BAB1-4CE6-A6B3-02860B12A270}">
      <dsp:nvSpPr>
        <dsp:cNvPr id="0" name=""/>
        <dsp:cNvSpPr/>
      </dsp:nvSpPr>
      <dsp:spPr>
        <a:xfrm>
          <a:off x="-208020" y="1256293"/>
          <a:ext cx="416040" cy="361774"/>
        </a:xfrm>
        <a:prstGeom prst="circularArrow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144C7-CF1B-4095-91D4-206A821728F5}">
      <dsp:nvSpPr>
        <dsp:cNvPr id="0" name=""/>
        <dsp:cNvSpPr/>
      </dsp:nvSpPr>
      <dsp:spPr>
        <a:xfrm rot="10800000">
          <a:off x="-208020" y="1488840"/>
          <a:ext cx="416040" cy="361774"/>
        </a:xfrm>
        <a:prstGeom prst="circularArrow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5D209-AE18-453D-BAF6-BE3F1254207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2B67A-D045-4222-9C3F-65BC21D62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9D20-4276-4CCA-8FCE-AF8D1EAAF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BC615-6362-4F75-8815-F2E0AB495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6CE9-155A-4A54-9F04-08ABA469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67A2B-4A66-48BF-A06C-B9A6603F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F03A8-FC0D-43AB-B841-8B23FC02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2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1B13-0FDE-448A-A048-BB842C2B5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8EE0A-91FD-431A-AB87-F4B69FF73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334CE-FF36-48AA-974E-774EB351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1EAC9-B238-435D-A4E8-D93AEDC7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7CC27-2103-4CD8-B40E-88C3DE24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21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BF5E2-7912-49AE-97A4-AD6BE1FD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BD6B4-7D0C-40F4-B3E7-68238D15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7E5B-FED6-4610-8400-7C890009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B1DE6-400C-460B-BC6F-6D881905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7AAA7-0487-4318-9D86-722BAD8A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33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0D59-4C46-49D8-8979-216F7582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6F92-8943-432F-ADA0-D2CE12367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8AC50-37F2-4D67-ADDC-E4373E50A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D979F-914B-41FF-985F-306E68E9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8354B-5DD3-485F-A9A0-DD8DDC68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8EFCF-F573-4DE7-94DE-8F3D60C7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48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9848-C31A-485B-A8D0-2433C124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36F4E-9222-48B3-961D-F154DC8B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2AC4B-89DC-4430-90F1-5DF87DE04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ED3BE-AA7E-4099-AA1B-F42BE7C39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088860-5A7F-4899-BA04-094B4F1B5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2DE4C-3E2D-4C79-B625-BF1781BC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5839E-89C2-466B-89CC-DB72814E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5F32A-079F-44B7-8177-F7151D72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8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028C-E05B-4A25-9298-F934E893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6EA24-19EE-4D68-B63A-7F5AE6BC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79FAD-B2CE-4B02-B309-2E831A52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DAEA3-F648-40C0-8623-7E18D84C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70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36610-0D4D-4D5E-8A1E-ABB5BB102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33CB1D-8ED6-4EF3-904E-658C9C0D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4C687-1354-4806-AB9F-25E08A27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3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A235-1757-494C-B01A-F42ACD249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0A88E-157B-4165-A278-1FAFD626B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DBCF9-3DCC-41BB-8B66-09760E711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BDEA7-8889-4AEE-9BE1-842DB298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F1E69-B360-4967-AAFB-2FF1DB8E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8341E-A808-4139-8DC8-2225B092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6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F28A-F901-4B8F-AE7D-1FB30BA5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70946-163B-4BCE-BAE8-BB2CBF20B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B2481-0074-4026-8D07-BA3BBBECF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CCD91-FE1B-4F68-97DE-BC88A441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BF187-CEC4-4F3B-9CFB-2DF0EE05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2F12E-A4E3-4D5B-8BC0-D66B18BE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65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814B-E435-4548-A120-144329E2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64C14-F946-4A52-9BF5-7E2EF944D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5E1C4-F572-40F6-8922-903F4D7C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8DF41-CBDE-40B9-8CF5-4AFDAD27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12BE9-D3FC-47DD-A895-7EBC5CB4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50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D396DD-0A45-4C11-B326-69AB462C3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5C838-224D-4CAD-B6F2-1518FA54E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D6CB0-979B-4FCB-A98A-AFAC9CAD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EFFF6-01EC-4C1B-A54B-223754B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E05B3-5B2C-4C4C-A041-D03F9F32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01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0A43E4-0C57-45F2-ADD3-8E3DEE1F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55643-A9B6-416D-8B70-1F0084F66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05A72-FFC6-494E-A3E0-6BCF1C344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628F4-CAB0-442C-8F28-53D79FBD4449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81D0A-28E5-46EE-AECE-71188629E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F169D-BC1F-49BA-A1E0-5BC352E8F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FD5C7-4BE8-4A4C-A1BF-EDABB6FB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1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f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9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jpe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.jpe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jp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jpg"/><Relationship Id="rId1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3.jpe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jpe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jpe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jpg"/><Relationship Id="rId7" Type="http://schemas.openxmlformats.org/officeDocument/2006/relationships/image" Target="../media/image7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8.png"/><Relationship Id="rId7" Type="http://schemas.openxmlformats.org/officeDocument/2006/relationships/image" Target="../media/image8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hyperlink" Target="https://wikitravel.org/hu/India" TargetMode="External"/><Relationship Id="rId10" Type="http://schemas.openxmlformats.org/officeDocument/2006/relationships/image" Target="../media/image83.png"/><Relationship Id="rId4" Type="http://schemas.microsoft.com/office/2007/relationships/hdphoto" Target="../media/hdphoto1.wdp"/><Relationship Id="rId9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hyperlink" Target="https://wikitravel.org/hu/India" TargetMode="Externa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vandaninnovations@gmail.com" TargetMode="External"/><Relationship Id="rId7" Type="http://schemas.openxmlformats.org/officeDocument/2006/relationships/image" Target="../media/image9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DF275-830B-461E-BA32-065DCFC2AD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2185" r="2024" b="2485"/>
          <a:stretch/>
        </p:blipFill>
        <p:spPr>
          <a:xfrm>
            <a:off x="2144621" y="1206495"/>
            <a:ext cx="7696255" cy="5651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A0695F-C341-4F73-8067-96F95A7CE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52" y="2008189"/>
            <a:ext cx="8286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9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B7F83-62B5-4781-BB0A-9892454846DA}"/>
              </a:ext>
            </a:extLst>
          </p:cNvPr>
          <p:cNvSpPr/>
          <p:nvPr/>
        </p:nvSpPr>
        <p:spPr>
          <a:xfrm>
            <a:off x="650240" y="2967335"/>
            <a:ext cx="9449103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Looking to be </a:t>
            </a:r>
          </a:p>
          <a:p>
            <a:r>
              <a:rPr lang="en-US" sz="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Incredibly </a:t>
            </a:r>
            <a:r>
              <a:rPr lang="en-US" sz="66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Segoe UI" panose="020B0502040204020203" pitchFamily="34" charset="0"/>
              </a:rPr>
              <a:t>‘</a:t>
            </a:r>
            <a:r>
              <a:rPr lang="en-US" sz="72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Accurate</a:t>
            </a:r>
            <a:r>
              <a:rPr lang="en-US" sz="7200" b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Segoe UI" panose="020B0502040204020203" pitchFamily="34" charset="0"/>
              </a:rPr>
              <a:t>’</a:t>
            </a:r>
            <a:r>
              <a:rPr lang="en-US" sz="3000" b="1" spc="-15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ntin" pitchFamily="50" charset="0"/>
              </a:rPr>
              <a:t> </a:t>
            </a:r>
            <a:r>
              <a:rPr lang="en-US" sz="6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4325541-8D13-4B3A-A04F-31CF9232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91399" y="6461760"/>
            <a:ext cx="4089400" cy="334645"/>
          </a:xfrm>
        </p:spPr>
        <p:txBody>
          <a:bodyPr/>
          <a:lstStyle/>
          <a:p>
            <a:pPr algn="r"/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pic>
        <p:nvPicPr>
          <p:cNvPr id="4" name="0024. Epic Presentation - AShamaluevMusic">
            <a:hlinkClick r:id="" action="ppaction://media"/>
            <a:extLst>
              <a:ext uri="{FF2B5EF4-FFF2-40B4-BE49-F238E27FC236}">
                <a16:creationId xmlns:a16="http://schemas.microsoft.com/office/drawing/2014/main" id="{8E54F2E5-B399-470F-9B49-D0AC196E4B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3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87720" y="5416143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5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B7F83-62B5-4781-BB0A-9892454846DA}"/>
              </a:ext>
            </a:extLst>
          </p:cNvPr>
          <p:cNvSpPr/>
          <p:nvPr/>
        </p:nvSpPr>
        <p:spPr>
          <a:xfrm>
            <a:off x="6024880" y="1003301"/>
            <a:ext cx="6045199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you spend a </a:t>
            </a:r>
          </a:p>
          <a:p>
            <a:r>
              <a:rPr lang="en-US" sz="44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fortune</a:t>
            </a:r>
            <a:r>
              <a:rPr lang="en-US" sz="4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4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on printing? </a:t>
            </a:r>
          </a:p>
          <a:p>
            <a:r>
              <a:rPr lang="en-US" sz="44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Are you looking to </a:t>
            </a:r>
            <a:r>
              <a:rPr lang="en-US" sz="44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  <a:r>
              <a:rPr lang="en-US" sz="44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E09F77-29ED-49AB-9E6E-365C1ACFAD04}"/>
              </a:ext>
            </a:extLst>
          </p:cNvPr>
          <p:cNvSpPr/>
          <p:nvPr/>
        </p:nvSpPr>
        <p:spPr>
          <a:xfrm>
            <a:off x="6090920" y="4177449"/>
            <a:ext cx="4277359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You can now save </a:t>
            </a:r>
            <a:r>
              <a:rPr lang="en-US" sz="2000" cap="none" spc="0" dirty="0" err="1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upto</a:t>
            </a:r>
            <a:r>
              <a:rPr lang="en-US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4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50</a:t>
            </a:r>
            <a:r>
              <a:rPr lang="en-US" sz="44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%*</a:t>
            </a:r>
            <a:r>
              <a:rPr lang="en-US" sz="200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of your printing costs </a:t>
            </a:r>
          </a:p>
          <a:p>
            <a:r>
              <a:rPr lang="en-US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en-US" sz="200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Accurate !</a:t>
            </a:r>
          </a:p>
        </p:txBody>
      </p:sp>
      <p:pic>
        <p:nvPicPr>
          <p:cNvPr id="4" name="Picture 3" descr="A cartoon of a dog&#10;&#10;Description automatically generated with low confidence">
            <a:extLst>
              <a:ext uri="{FF2B5EF4-FFF2-40B4-BE49-F238E27FC236}">
                <a16:creationId xmlns:a16="http://schemas.microsoft.com/office/drawing/2014/main" id="{E1AA8DAC-BFEA-49BE-B2EC-CEC4FA8954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7" t="7918" r="8125" b="5147"/>
          <a:stretch/>
        </p:blipFill>
        <p:spPr>
          <a:xfrm>
            <a:off x="1584946" y="3562350"/>
            <a:ext cx="3266454" cy="2501264"/>
          </a:xfrm>
          <a:prstGeom prst="rect">
            <a:avLst/>
          </a:prstGeom>
        </p:spPr>
      </p:pic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2DCE8A6A-8695-46E9-8EC1-937BF85A80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56163">
            <a:off x="900837" y="1904891"/>
            <a:ext cx="1526692" cy="160337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FD484DBE-F80C-49FA-8F8D-B1E8E4DBA5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329" y="935881"/>
            <a:ext cx="1526692" cy="1603375"/>
          </a:xfrm>
          <a:prstGeom prst="rect">
            <a:avLst/>
          </a:prstGeom>
        </p:spPr>
      </p:pic>
      <p:pic>
        <p:nvPicPr>
          <p:cNvPr id="25" name="Picture 24" descr="Icon&#10;&#10;Description automatically generated">
            <a:extLst>
              <a:ext uri="{FF2B5EF4-FFF2-40B4-BE49-F238E27FC236}">
                <a16:creationId xmlns:a16="http://schemas.microsoft.com/office/drawing/2014/main" id="{8E00ADC3-10A5-45C3-A8D3-5795B4564AA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6389">
            <a:off x="4088054" y="1840865"/>
            <a:ext cx="1526692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B7F83-62B5-4781-BB0A-9892454846DA}"/>
              </a:ext>
            </a:extLst>
          </p:cNvPr>
          <p:cNvSpPr/>
          <p:nvPr/>
        </p:nvSpPr>
        <p:spPr>
          <a:xfrm>
            <a:off x="1188720" y="1236981"/>
            <a:ext cx="354584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What do we </a:t>
            </a:r>
          </a:p>
          <a:p>
            <a:r>
              <a:rPr lang="en-US" sz="44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provide</a:t>
            </a:r>
            <a:r>
              <a:rPr lang="en-US" sz="4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you </a:t>
            </a:r>
          </a:p>
          <a:p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en-US" sz="44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4400" b="1" cap="none" spc="0" dirty="0">
              <a:ln w="0"/>
              <a:solidFill>
                <a:srgbClr val="00006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E09F77-29ED-49AB-9E6E-365C1ACFAD04}"/>
              </a:ext>
            </a:extLst>
          </p:cNvPr>
          <p:cNvSpPr/>
          <p:nvPr/>
        </p:nvSpPr>
        <p:spPr>
          <a:xfrm>
            <a:off x="1188720" y="3895536"/>
            <a:ext cx="427735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Everything you’ll need – we’re</a:t>
            </a:r>
          </a:p>
          <a:p>
            <a:r>
              <a:rPr lang="en-US" sz="20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Your end-to-end solutions </a:t>
            </a:r>
          </a:p>
          <a:p>
            <a:r>
              <a:rPr lang="en-US" sz="20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provider!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66D81837-1B8B-4FCC-AC75-81D2DC226E64}"/>
              </a:ext>
            </a:extLst>
          </p:cNvPr>
          <p:cNvSpPr/>
          <p:nvPr/>
        </p:nvSpPr>
        <p:spPr>
          <a:xfrm>
            <a:off x="6545573" y="902316"/>
            <a:ext cx="457197" cy="4064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11408A44-E41E-4998-84E1-3A824E919FEC}"/>
              </a:ext>
            </a:extLst>
          </p:cNvPr>
          <p:cNvSpPr/>
          <p:nvPr/>
        </p:nvSpPr>
        <p:spPr>
          <a:xfrm>
            <a:off x="5207003" y="1456855"/>
            <a:ext cx="949960" cy="85079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15F82F9-79B7-4ADD-B6EA-CAB0FD964E12}"/>
              </a:ext>
            </a:extLst>
          </p:cNvPr>
          <p:cNvSpPr/>
          <p:nvPr/>
        </p:nvSpPr>
        <p:spPr>
          <a:xfrm>
            <a:off x="5527040" y="2829779"/>
            <a:ext cx="1772930" cy="1664859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D3C1AE53-44AD-484D-A6B4-90028CC3C0DE}"/>
              </a:ext>
            </a:extLst>
          </p:cNvPr>
          <p:cNvSpPr/>
          <p:nvPr/>
        </p:nvSpPr>
        <p:spPr>
          <a:xfrm>
            <a:off x="5593076" y="3613352"/>
            <a:ext cx="2169158" cy="2016888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latin typeface="Segoe UI" panose="020B0502040204020203" pitchFamily="34" charset="0"/>
                <a:cs typeface="Segoe UI" panose="020B0502040204020203" pitchFamily="34" charset="0"/>
              </a:rPr>
              <a:t>MAINTENANCE 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F2EE5D9-D24F-4EBE-A448-C9E2998C2434}"/>
              </a:ext>
            </a:extLst>
          </p:cNvPr>
          <p:cNvSpPr/>
          <p:nvPr/>
        </p:nvSpPr>
        <p:spPr>
          <a:xfrm>
            <a:off x="5296521" y="2579317"/>
            <a:ext cx="949960" cy="850790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13D94043-7ED7-4909-82BF-59214821E732}"/>
              </a:ext>
            </a:extLst>
          </p:cNvPr>
          <p:cNvSpPr/>
          <p:nvPr/>
        </p:nvSpPr>
        <p:spPr>
          <a:xfrm>
            <a:off x="7679708" y="1140442"/>
            <a:ext cx="1772930" cy="1664859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7D72E40-1AF8-445F-910E-C23F86AD10D7}"/>
              </a:ext>
            </a:extLst>
          </p:cNvPr>
          <p:cNvSpPr/>
          <p:nvPr/>
        </p:nvSpPr>
        <p:spPr>
          <a:xfrm>
            <a:off x="7598419" y="2378102"/>
            <a:ext cx="2961660" cy="2920090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PEACE OF MIND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E37EE078-3A63-41AA-BD54-51F67A55E14F}"/>
              </a:ext>
            </a:extLst>
          </p:cNvPr>
          <p:cNvSpPr/>
          <p:nvPr/>
        </p:nvSpPr>
        <p:spPr>
          <a:xfrm>
            <a:off x="6774172" y="1674476"/>
            <a:ext cx="1772930" cy="1664859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NO CAPITAL EXPENSE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E99CFE9A-D13B-4371-8A91-4FE94BE5C8FB}"/>
              </a:ext>
            </a:extLst>
          </p:cNvPr>
          <p:cNvSpPr/>
          <p:nvPr/>
        </p:nvSpPr>
        <p:spPr>
          <a:xfrm>
            <a:off x="9371349" y="1465563"/>
            <a:ext cx="1604034" cy="1592598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DICOM SOFTWARE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09CE9D24-F630-4002-BBF5-7C760DB923AB}"/>
              </a:ext>
            </a:extLst>
          </p:cNvPr>
          <p:cNvSpPr/>
          <p:nvPr/>
        </p:nvSpPr>
        <p:spPr>
          <a:xfrm>
            <a:off x="7679708" y="4590995"/>
            <a:ext cx="1419849" cy="1438464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PRINTER</a:t>
            </a:r>
          </a:p>
        </p:txBody>
      </p:sp>
    </p:spTree>
    <p:extLst>
      <p:ext uri="{BB962C8B-B14F-4D97-AF65-F5344CB8AC3E}">
        <p14:creationId xmlns:p14="http://schemas.microsoft.com/office/powerpoint/2010/main" val="232647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7" grpId="0" animBg="1"/>
      <p:bldP spid="1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D0A9005-F5BC-4558-B9FE-355DFE57BD07}"/>
              </a:ext>
            </a:extLst>
          </p:cNvPr>
          <p:cNvSpPr/>
          <p:nvPr/>
        </p:nvSpPr>
        <p:spPr>
          <a:xfrm>
            <a:off x="3839345" y="1571089"/>
            <a:ext cx="3861854" cy="3761634"/>
          </a:xfrm>
          <a:prstGeom prst="flowChartConnector">
            <a:avLst/>
          </a:prstGeom>
          <a:solidFill>
            <a:schemeClr val="bg1"/>
          </a:solidFill>
          <a:ln w="22225">
            <a:solidFill>
              <a:srgbClr val="00006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7EB3F2D2-3054-4EBD-8505-023DD474C36F}"/>
              </a:ext>
            </a:extLst>
          </p:cNvPr>
          <p:cNvSpPr/>
          <p:nvPr/>
        </p:nvSpPr>
        <p:spPr>
          <a:xfrm rot="8400000">
            <a:off x="5592440" y="1585137"/>
            <a:ext cx="3195901" cy="1188000"/>
          </a:xfrm>
          <a:prstGeom prst="flowChartTerminator">
            <a:avLst/>
          </a:prstGeom>
          <a:solidFill>
            <a:srgbClr val="CE252D"/>
          </a:solidFill>
          <a:ln>
            <a:solidFill>
              <a:srgbClr val="CE25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7771406-6A5C-4F4A-A990-10AC27C68001}"/>
              </a:ext>
            </a:extLst>
          </p:cNvPr>
          <p:cNvSpPr/>
          <p:nvPr/>
        </p:nvSpPr>
        <p:spPr>
          <a:xfrm rot="2400000">
            <a:off x="2847502" y="1674494"/>
            <a:ext cx="3196800" cy="1188000"/>
          </a:xfrm>
          <a:prstGeom prst="flowChartTerminator">
            <a:avLst/>
          </a:prstGeom>
          <a:solidFill>
            <a:srgbClr val="AB212D"/>
          </a:solidFill>
          <a:ln>
            <a:solidFill>
              <a:srgbClr val="AB21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Flowchart: Terminator 22">
            <a:extLst>
              <a:ext uri="{FF2B5EF4-FFF2-40B4-BE49-F238E27FC236}">
                <a16:creationId xmlns:a16="http://schemas.microsoft.com/office/drawing/2014/main" id="{7C9FE0B7-168E-47A2-BCCC-977AD7D68E1B}"/>
              </a:ext>
            </a:extLst>
          </p:cNvPr>
          <p:cNvSpPr/>
          <p:nvPr/>
        </p:nvSpPr>
        <p:spPr>
          <a:xfrm rot="8400000">
            <a:off x="2870275" y="4056172"/>
            <a:ext cx="3196800" cy="1188000"/>
          </a:xfrm>
          <a:prstGeom prst="flowChartTerminator">
            <a:avLst/>
          </a:prstGeom>
          <a:solidFill>
            <a:srgbClr val="BC600A"/>
          </a:solidFill>
          <a:ln>
            <a:solidFill>
              <a:srgbClr val="BC60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9E5E7A46-9132-4F5E-9E0F-6D245C9F6659}"/>
              </a:ext>
            </a:extLst>
          </p:cNvPr>
          <p:cNvSpPr/>
          <p:nvPr/>
        </p:nvSpPr>
        <p:spPr>
          <a:xfrm rot="2400000">
            <a:off x="5618729" y="4117156"/>
            <a:ext cx="3168000" cy="1188000"/>
          </a:xfrm>
          <a:prstGeom prst="flowChartTerminator">
            <a:avLst/>
          </a:prstGeom>
          <a:solidFill>
            <a:srgbClr val="D74A2D"/>
          </a:solidFill>
          <a:ln>
            <a:solidFill>
              <a:srgbClr val="D74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5C2D71-697A-4383-87B5-2C6F5008D359}"/>
              </a:ext>
            </a:extLst>
          </p:cNvPr>
          <p:cNvSpPr txBox="1"/>
          <p:nvPr/>
        </p:nvSpPr>
        <p:spPr>
          <a:xfrm>
            <a:off x="1061616" y="951941"/>
            <a:ext cx="2242586" cy="1453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AB21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CONNECT TO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AB21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MULTIPLE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AB21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MODALITIES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9FC785-3AAB-4AB2-97EF-2E00746036BA}"/>
              </a:ext>
            </a:extLst>
          </p:cNvPr>
          <p:cNvSpPr txBox="1"/>
          <p:nvPr/>
        </p:nvSpPr>
        <p:spPr>
          <a:xfrm>
            <a:off x="1104009" y="4362380"/>
            <a:ext cx="4676416" cy="20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BC600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VERSATILE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BC600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PRINT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BC600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n w="0"/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(ON BLUE BASE FILM,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n w="0"/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WHITE MEDICAL GRADE FILM, PAPER)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81FF9B-A539-4A00-A5DB-BE5327F99E49}"/>
              </a:ext>
            </a:extLst>
          </p:cNvPr>
          <p:cNvSpPr txBox="1"/>
          <p:nvPr/>
        </p:nvSpPr>
        <p:spPr>
          <a:xfrm>
            <a:off x="8548270" y="893488"/>
            <a:ext cx="2454060" cy="95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CE25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CUSTOMISABLE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CE25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SOFTWARE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37F4E5-77D4-4A6E-AA97-87ACFEAAAC53}"/>
              </a:ext>
            </a:extLst>
          </p:cNvPr>
          <p:cNvSpPr txBox="1"/>
          <p:nvPr/>
        </p:nvSpPr>
        <p:spPr>
          <a:xfrm>
            <a:off x="8561543" y="5082809"/>
            <a:ext cx="2112800" cy="95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D74A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HASSLE-FREE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ln w="0"/>
                <a:solidFill>
                  <a:srgbClr val="D74A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SERVICE</a:t>
            </a:r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412A44C9-5BE8-476F-B464-98A4FB2832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3503563"/>
              </p:ext>
            </p:extLst>
          </p:nvPr>
        </p:nvGraphicFramePr>
        <p:xfrm>
          <a:off x="3731115" y="1907000"/>
          <a:ext cx="4076215" cy="2782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FAE99E1D-0485-436B-B56D-D94391485D69}"/>
              </a:ext>
            </a:extLst>
          </p:cNvPr>
          <p:cNvSpPr/>
          <p:nvPr/>
        </p:nvSpPr>
        <p:spPr>
          <a:xfrm>
            <a:off x="4804451" y="2454118"/>
            <a:ext cx="1951949" cy="197564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97D23-DA47-440C-B925-2648BF7B3A5B}"/>
              </a:ext>
            </a:extLst>
          </p:cNvPr>
          <p:cNvSpPr/>
          <p:nvPr/>
        </p:nvSpPr>
        <p:spPr>
          <a:xfrm>
            <a:off x="4539788" y="2677907"/>
            <a:ext cx="251003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US" sz="3200" b="1" dirty="0">
                <a:ln w="0"/>
                <a:solidFill>
                  <a:srgbClr val="CE252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Accurate</a:t>
            </a:r>
            <a:r>
              <a:rPr lang="en-US" sz="32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FFFB4EAE-7B9D-4597-9AE5-57A0864B6772}"/>
              </a:ext>
            </a:extLst>
          </p:cNvPr>
          <p:cNvSpPr/>
          <p:nvPr/>
        </p:nvSpPr>
        <p:spPr>
          <a:xfrm>
            <a:off x="7571564" y="1158239"/>
            <a:ext cx="792000" cy="792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9" name="Picture 38" descr="Icon&#10;&#10;Description automatically generated">
            <a:extLst>
              <a:ext uri="{FF2B5EF4-FFF2-40B4-BE49-F238E27FC236}">
                <a16:creationId xmlns:a16="http://schemas.microsoft.com/office/drawing/2014/main" id="{D7E1E458-F48E-445A-AD04-0BFDCCF727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557" y="4967280"/>
            <a:ext cx="799200" cy="799200"/>
          </a:xfrm>
          <a:prstGeom prst="rect">
            <a:avLst/>
          </a:prstGeom>
        </p:spPr>
      </p:pic>
      <p:pic>
        <p:nvPicPr>
          <p:cNvPr id="28" name="Graphic 27" descr="Cmd Terminal with solid fill">
            <a:extLst>
              <a:ext uri="{FF2B5EF4-FFF2-40B4-BE49-F238E27FC236}">
                <a16:creationId xmlns:a16="http://schemas.microsoft.com/office/drawing/2014/main" id="{5E45FED0-FDA9-415D-8CFC-FF414747CBA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7548" y="1315322"/>
            <a:ext cx="493745" cy="493745"/>
          </a:xfrm>
          <a:prstGeom prst="rect">
            <a:avLst/>
          </a:prstGeom>
        </p:spPr>
      </p:pic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9B8CE1B4-6F06-46ED-B5C3-6116C5337586}"/>
              </a:ext>
            </a:extLst>
          </p:cNvPr>
          <p:cNvSpPr/>
          <p:nvPr/>
        </p:nvSpPr>
        <p:spPr>
          <a:xfrm>
            <a:off x="3382194" y="1328956"/>
            <a:ext cx="792000" cy="792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4560DECF-9CE7-48C5-97DE-C6ED13F5678C}"/>
              </a:ext>
            </a:extLst>
          </p:cNvPr>
          <p:cNvSpPr/>
          <p:nvPr/>
        </p:nvSpPr>
        <p:spPr>
          <a:xfrm>
            <a:off x="3423796" y="4801642"/>
            <a:ext cx="792000" cy="792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Graphic 24" descr="Printer with solid fill">
            <a:extLst>
              <a:ext uri="{FF2B5EF4-FFF2-40B4-BE49-F238E27FC236}">
                <a16:creationId xmlns:a16="http://schemas.microsoft.com/office/drawing/2014/main" id="{D050A1F0-8FBE-4750-A4E3-89C286969F63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55510" y="1489333"/>
            <a:ext cx="483090" cy="483090"/>
          </a:xfrm>
          <a:prstGeom prst="rect">
            <a:avLst/>
          </a:prstGeom>
        </p:spPr>
      </p:pic>
      <p:pic>
        <p:nvPicPr>
          <p:cNvPr id="36" name="Picture 35" descr="Shape&#10;&#10;Description automatically generated with low confidence">
            <a:extLst>
              <a:ext uri="{FF2B5EF4-FFF2-40B4-BE49-F238E27FC236}">
                <a16:creationId xmlns:a16="http://schemas.microsoft.com/office/drawing/2014/main" id="{BA052F20-2B67-4BD2-B43E-B327B6BBAFAB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9" y="4972133"/>
            <a:ext cx="435421" cy="4354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DD922A80-3459-4245-9733-5F095289081F}"/>
              </a:ext>
            </a:extLst>
          </p:cNvPr>
          <p:cNvSpPr/>
          <p:nvPr/>
        </p:nvSpPr>
        <p:spPr>
          <a:xfrm>
            <a:off x="4693390" y="1687781"/>
            <a:ext cx="240503" cy="233602"/>
          </a:xfrm>
          <a:prstGeom prst="flowChartConnector">
            <a:avLst/>
          </a:prstGeom>
          <a:solidFill>
            <a:srgbClr val="AB212D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75D99DC4-88F7-4021-A78C-90E13F147FDD}"/>
              </a:ext>
            </a:extLst>
          </p:cNvPr>
          <p:cNvSpPr/>
          <p:nvPr/>
        </p:nvSpPr>
        <p:spPr>
          <a:xfrm>
            <a:off x="6571360" y="1698379"/>
            <a:ext cx="240503" cy="233602"/>
          </a:xfrm>
          <a:prstGeom prst="flowChartConnector">
            <a:avLst/>
          </a:prstGeom>
          <a:solidFill>
            <a:srgbClr val="CE252D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39121BE4-FA7E-49F2-BA24-5B1C62C1A246}"/>
              </a:ext>
            </a:extLst>
          </p:cNvPr>
          <p:cNvSpPr/>
          <p:nvPr/>
        </p:nvSpPr>
        <p:spPr>
          <a:xfrm>
            <a:off x="7384599" y="2586466"/>
            <a:ext cx="240503" cy="233602"/>
          </a:xfrm>
          <a:prstGeom prst="flowChartConnector">
            <a:avLst/>
          </a:prstGeom>
          <a:solidFill>
            <a:srgbClr val="CE252D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6DF3B83E-F680-41D0-907E-9E9790ECB4F1}"/>
              </a:ext>
            </a:extLst>
          </p:cNvPr>
          <p:cNvSpPr/>
          <p:nvPr/>
        </p:nvSpPr>
        <p:spPr>
          <a:xfrm>
            <a:off x="7393510" y="4108739"/>
            <a:ext cx="240503" cy="233602"/>
          </a:xfrm>
          <a:prstGeom prst="flowChartConnector">
            <a:avLst/>
          </a:prstGeom>
          <a:solidFill>
            <a:srgbClr val="D74A2D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FFC08D0A-B6BE-462C-ADE4-B23B074CDEE2}"/>
              </a:ext>
            </a:extLst>
          </p:cNvPr>
          <p:cNvSpPr/>
          <p:nvPr/>
        </p:nvSpPr>
        <p:spPr>
          <a:xfrm>
            <a:off x="6564908" y="4952681"/>
            <a:ext cx="240503" cy="233602"/>
          </a:xfrm>
          <a:prstGeom prst="flowChartConnector">
            <a:avLst/>
          </a:prstGeom>
          <a:solidFill>
            <a:srgbClr val="D74A2D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31A580DB-0C90-4ADA-9926-3D3EFE657E14}"/>
              </a:ext>
            </a:extLst>
          </p:cNvPr>
          <p:cNvSpPr/>
          <p:nvPr/>
        </p:nvSpPr>
        <p:spPr>
          <a:xfrm>
            <a:off x="4748671" y="4981215"/>
            <a:ext cx="240503" cy="233602"/>
          </a:xfrm>
          <a:prstGeom prst="flowChartConnector">
            <a:avLst/>
          </a:prstGeom>
          <a:solidFill>
            <a:srgbClr val="BC600A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5F07A3CE-8397-4CD6-80A9-3F271AA20C95}"/>
              </a:ext>
            </a:extLst>
          </p:cNvPr>
          <p:cNvSpPr/>
          <p:nvPr/>
        </p:nvSpPr>
        <p:spPr>
          <a:xfrm>
            <a:off x="3896881" y="4125522"/>
            <a:ext cx="240503" cy="233602"/>
          </a:xfrm>
          <a:prstGeom prst="flowChartConnector">
            <a:avLst/>
          </a:prstGeom>
          <a:solidFill>
            <a:srgbClr val="BC600A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672966D3-5577-4920-9EAA-4985DE6733F5}"/>
              </a:ext>
            </a:extLst>
          </p:cNvPr>
          <p:cNvSpPr/>
          <p:nvPr/>
        </p:nvSpPr>
        <p:spPr>
          <a:xfrm>
            <a:off x="3888408" y="2582433"/>
            <a:ext cx="240503" cy="233602"/>
          </a:xfrm>
          <a:prstGeom prst="flowChartConnector">
            <a:avLst/>
          </a:prstGeom>
          <a:solidFill>
            <a:srgbClr val="AB212D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09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B7F83-62B5-4781-BB0A-9892454846DA}"/>
              </a:ext>
            </a:extLst>
          </p:cNvPr>
          <p:cNvSpPr/>
          <p:nvPr/>
        </p:nvSpPr>
        <p:spPr>
          <a:xfrm>
            <a:off x="944881" y="1795781"/>
            <a:ext cx="288544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What do</a:t>
            </a:r>
          </a:p>
          <a:p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you stand </a:t>
            </a:r>
          </a:p>
          <a:p>
            <a:r>
              <a:rPr lang="en-US" sz="4400" b="1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en-US" sz="44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gain</a:t>
            </a:r>
            <a:r>
              <a:rPr lang="en-US" sz="44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4400" b="1" cap="none" spc="0" dirty="0">
              <a:ln w="0"/>
              <a:solidFill>
                <a:srgbClr val="00006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E09F77-29ED-49AB-9E6E-365C1ACFAD04}"/>
              </a:ext>
            </a:extLst>
          </p:cNvPr>
          <p:cNvSpPr/>
          <p:nvPr/>
        </p:nvSpPr>
        <p:spPr>
          <a:xfrm>
            <a:off x="990601" y="4021039"/>
            <a:ext cx="169163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 lot, actually</a:t>
            </a:r>
            <a:endParaRPr lang="en-US" sz="2000" cap="none" spc="0" dirty="0">
              <a:ln w="0"/>
              <a:solidFill>
                <a:srgbClr val="00006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ontin" pitchFamily="50" charset="0"/>
            </a:endParaRPr>
          </a:p>
        </p:txBody>
      </p:sp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F31E7C84-86FD-4FC9-A024-3147535033F4}"/>
              </a:ext>
            </a:extLst>
          </p:cNvPr>
          <p:cNvSpPr/>
          <p:nvPr/>
        </p:nvSpPr>
        <p:spPr>
          <a:xfrm rot="20472177">
            <a:off x="8950361" y="809549"/>
            <a:ext cx="853440" cy="797881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2D639-7F19-4FAA-ABF1-91B3BD5FD8EE}"/>
              </a:ext>
            </a:extLst>
          </p:cNvPr>
          <p:cNvSpPr/>
          <p:nvPr/>
        </p:nvSpPr>
        <p:spPr>
          <a:xfrm rot="18428083">
            <a:off x="7000852" y="1123008"/>
            <a:ext cx="772160" cy="798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659A26BA-A743-4B21-AC21-D29412CC363F}"/>
              </a:ext>
            </a:extLst>
          </p:cNvPr>
          <p:cNvSpPr/>
          <p:nvPr/>
        </p:nvSpPr>
        <p:spPr>
          <a:xfrm rot="1083539">
            <a:off x="5086978" y="2979958"/>
            <a:ext cx="3319812" cy="1222526"/>
          </a:xfrm>
          <a:prstGeom prst="flowChartTerminator">
            <a:avLst/>
          </a:prstGeom>
          <a:solidFill>
            <a:srgbClr val="AB212D"/>
          </a:solidFill>
          <a:ln>
            <a:solidFill>
              <a:srgbClr val="AB21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OPERATIONAL </a:t>
            </a:r>
          </a:p>
          <a:p>
            <a:pPr algn="r"/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EFFICIENCY</a:t>
            </a:r>
          </a:p>
          <a:p>
            <a:pPr algn="r"/>
            <a:endParaRPr lang="en-IN" dirty="0"/>
          </a:p>
        </p:txBody>
      </p:sp>
      <p:sp>
        <p:nvSpPr>
          <p:cNvPr id="23" name="Flowchart: Delay 22">
            <a:extLst>
              <a:ext uri="{FF2B5EF4-FFF2-40B4-BE49-F238E27FC236}">
                <a16:creationId xmlns:a16="http://schemas.microsoft.com/office/drawing/2014/main" id="{290ACC34-86A8-4F4F-86C2-C73E2AC26791}"/>
              </a:ext>
            </a:extLst>
          </p:cNvPr>
          <p:cNvSpPr/>
          <p:nvPr/>
        </p:nvSpPr>
        <p:spPr>
          <a:xfrm rot="11883539">
            <a:off x="5301485" y="2805476"/>
            <a:ext cx="847114" cy="921425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604CCDB6-843D-4834-905F-56E4B202BBA5}"/>
              </a:ext>
            </a:extLst>
          </p:cNvPr>
          <p:cNvSpPr/>
          <p:nvPr/>
        </p:nvSpPr>
        <p:spPr>
          <a:xfrm rot="20656069">
            <a:off x="5107084" y="895188"/>
            <a:ext cx="3319812" cy="1222526"/>
          </a:xfrm>
          <a:prstGeom prst="flowChartTerminator">
            <a:avLst/>
          </a:prstGeom>
          <a:solidFill>
            <a:srgbClr val="D74A2D"/>
          </a:solidFill>
          <a:ln>
            <a:solidFill>
              <a:srgbClr val="D74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CLINICAL </a:t>
            </a:r>
          </a:p>
          <a:p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EXCELLENCE</a:t>
            </a:r>
          </a:p>
          <a:p>
            <a:pPr algn="ctr"/>
            <a:endParaRPr lang="en-IN" dirty="0"/>
          </a:p>
        </p:txBody>
      </p:sp>
      <p:sp>
        <p:nvSpPr>
          <p:cNvPr id="31" name="Flowchart: Delay 30">
            <a:extLst>
              <a:ext uri="{FF2B5EF4-FFF2-40B4-BE49-F238E27FC236}">
                <a16:creationId xmlns:a16="http://schemas.microsoft.com/office/drawing/2014/main" id="{4FDE2E43-924D-41B5-8021-7F0A902BAD09}"/>
              </a:ext>
            </a:extLst>
          </p:cNvPr>
          <p:cNvSpPr/>
          <p:nvPr/>
        </p:nvSpPr>
        <p:spPr>
          <a:xfrm rot="20676539">
            <a:off x="7385319" y="743855"/>
            <a:ext cx="847114" cy="921425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8DBD7E-075A-439A-AF66-0CED1195EAC0}"/>
              </a:ext>
            </a:extLst>
          </p:cNvPr>
          <p:cNvSpPr/>
          <p:nvPr/>
        </p:nvSpPr>
        <p:spPr>
          <a:xfrm rot="20589652">
            <a:off x="6849003" y="938159"/>
            <a:ext cx="574021" cy="9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A0B536-64EC-447B-8360-166146E50A4C}"/>
              </a:ext>
            </a:extLst>
          </p:cNvPr>
          <p:cNvSpPr/>
          <p:nvPr/>
        </p:nvSpPr>
        <p:spPr>
          <a:xfrm rot="1071103">
            <a:off x="6108175" y="3020284"/>
            <a:ext cx="574021" cy="9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40EAFC3E-37E2-4FB4-BFCB-603E94D7F4EE}"/>
              </a:ext>
            </a:extLst>
          </p:cNvPr>
          <p:cNvSpPr/>
          <p:nvPr/>
        </p:nvSpPr>
        <p:spPr>
          <a:xfrm>
            <a:off x="4932497" y="4717416"/>
            <a:ext cx="3319812" cy="1222526"/>
          </a:xfrm>
          <a:prstGeom prst="flowChartTerminator">
            <a:avLst/>
          </a:prstGeom>
          <a:solidFill>
            <a:srgbClr val="D74A2D"/>
          </a:solidFill>
          <a:ln>
            <a:solidFill>
              <a:srgbClr val="D74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INCREASED</a:t>
            </a:r>
            <a:r>
              <a:rPr lang="en-IN" dirty="0"/>
              <a:t> </a:t>
            </a:r>
          </a:p>
          <a:p>
            <a:pPr algn="r"/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PROFITABILITY</a:t>
            </a:r>
          </a:p>
        </p:txBody>
      </p:sp>
      <p:sp>
        <p:nvSpPr>
          <p:cNvPr id="35" name="Flowchart: Delay 34">
            <a:extLst>
              <a:ext uri="{FF2B5EF4-FFF2-40B4-BE49-F238E27FC236}">
                <a16:creationId xmlns:a16="http://schemas.microsoft.com/office/drawing/2014/main" id="{EC014D66-FA8A-46C0-B849-8F24F69C65EB}"/>
              </a:ext>
            </a:extLst>
          </p:cNvPr>
          <p:cNvSpPr/>
          <p:nvPr/>
        </p:nvSpPr>
        <p:spPr>
          <a:xfrm rot="10800000">
            <a:off x="5086044" y="4868054"/>
            <a:ext cx="847114" cy="921425"/>
          </a:xfrm>
          <a:prstGeom prst="flowChartDelay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321A2-CD31-4A9C-899C-380CDF6561C8}"/>
              </a:ext>
            </a:extLst>
          </p:cNvPr>
          <p:cNvSpPr/>
          <p:nvPr/>
        </p:nvSpPr>
        <p:spPr>
          <a:xfrm rot="21587564">
            <a:off x="5933374" y="4869502"/>
            <a:ext cx="574021" cy="9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FA62D6-2180-4352-A8EA-79F5F9FB09A8}"/>
              </a:ext>
            </a:extLst>
          </p:cNvPr>
          <p:cNvSpPr txBox="1"/>
          <p:nvPr/>
        </p:nvSpPr>
        <p:spPr>
          <a:xfrm>
            <a:off x="8667612" y="906286"/>
            <a:ext cx="19292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D74A2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PRINT WHAT </a:t>
            </a:r>
          </a:p>
          <a:p>
            <a:pPr algn="ctr"/>
            <a:r>
              <a:rPr lang="en-IN" sz="1600" b="1" dirty="0">
                <a:solidFill>
                  <a:srgbClr val="D74A2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PROCESS </a:t>
            </a:r>
          </a:p>
          <a:p>
            <a:pPr algn="ctr"/>
            <a:r>
              <a:rPr lang="en-IN" sz="1600" b="1" dirty="0">
                <a:solidFill>
                  <a:srgbClr val="D74A2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FROM ALL </a:t>
            </a:r>
          </a:p>
          <a:p>
            <a:pPr algn="ctr"/>
            <a:r>
              <a:rPr lang="en-IN" sz="1600" b="1" dirty="0">
                <a:solidFill>
                  <a:srgbClr val="D74A2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MODALITIES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BB8EB-6048-445E-9364-9FE5065E9FD9}"/>
              </a:ext>
            </a:extLst>
          </p:cNvPr>
          <p:cNvSpPr txBox="1"/>
          <p:nvPr/>
        </p:nvSpPr>
        <p:spPr>
          <a:xfrm>
            <a:off x="8644425" y="3296663"/>
            <a:ext cx="21671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AB21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 FRIENDLY, </a:t>
            </a:r>
          </a:p>
          <a:p>
            <a:pPr algn="ctr"/>
            <a:r>
              <a:rPr lang="en-IN" sz="1600" b="1" dirty="0">
                <a:solidFill>
                  <a:srgbClr val="AB21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QUICK PROCESSING </a:t>
            </a:r>
          </a:p>
          <a:p>
            <a:pPr algn="ctr"/>
            <a:r>
              <a:rPr lang="en-IN" sz="1600" b="1" dirty="0">
                <a:solidFill>
                  <a:srgbClr val="AB21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SOFTWARE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B2FB64-6019-4CC7-8898-FA55506374E4}"/>
              </a:ext>
            </a:extLst>
          </p:cNvPr>
          <p:cNvSpPr txBox="1"/>
          <p:nvPr/>
        </p:nvSpPr>
        <p:spPr>
          <a:xfrm>
            <a:off x="8775994" y="4771747"/>
            <a:ext cx="19312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ELIMINATE YOUR </a:t>
            </a:r>
          </a:p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ONGOING COSTS </a:t>
            </a:r>
          </a:p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OUR </a:t>
            </a:r>
          </a:p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EFFECTIVE MODEL</a:t>
            </a:r>
          </a:p>
        </p:txBody>
      </p:sp>
    </p:spTree>
    <p:extLst>
      <p:ext uri="{BB962C8B-B14F-4D97-AF65-F5344CB8AC3E}">
        <p14:creationId xmlns:p14="http://schemas.microsoft.com/office/powerpoint/2010/main" val="299744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22" grpId="0" animBg="1"/>
      <p:bldP spid="22" grpId="1" animBg="1"/>
      <p:bldP spid="23" grpId="0" animBg="1"/>
      <p:bldP spid="23" grpId="1" animBg="1"/>
      <p:bldP spid="30" grpId="0" animBg="1"/>
      <p:bldP spid="30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/>
      <p:bldP spid="37" grpId="1"/>
      <p:bldP spid="38" grpId="0"/>
      <p:bldP spid="38" grpId="1"/>
      <p:bldP spid="39" grpId="0"/>
      <p:bldP spid="3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B7F83-62B5-4781-BB0A-9892454846DA}"/>
              </a:ext>
            </a:extLst>
          </p:cNvPr>
          <p:cNvSpPr/>
          <p:nvPr/>
        </p:nvSpPr>
        <p:spPr>
          <a:xfrm>
            <a:off x="924340" y="434341"/>
            <a:ext cx="98097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DICOM solutions by </a:t>
            </a:r>
            <a:r>
              <a:rPr lang="en-US" sz="4800" b="1" cap="none" spc="0" dirty="0">
                <a:ln w="0"/>
                <a:solidFill>
                  <a:srgbClr val="FF45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Accurate</a:t>
            </a:r>
            <a:endParaRPr lang="en-US" sz="4800" b="1" cap="none" spc="0" dirty="0">
              <a:ln w="0"/>
              <a:solidFill>
                <a:srgbClr val="FF45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986514-7EC8-485E-8AD0-1C2017A96934}"/>
              </a:ext>
            </a:extLst>
          </p:cNvPr>
          <p:cNvSpPr/>
          <p:nvPr/>
        </p:nvSpPr>
        <p:spPr>
          <a:xfrm>
            <a:off x="4697409" y="2154029"/>
            <a:ext cx="281431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DICOM Storage / </a:t>
            </a:r>
          </a:p>
          <a:p>
            <a:pPr algn="ctr"/>
            <a:r>
              <a:rPr lang="en-IN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DICOM SCP </a:t>
            </a:r>
          </a:p>
          <a:p>
            <a:pPr algn="ctr"/>
            <a:r>
              <a:rPr lang="en-IN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Connect to multiple </a:t>
            </a:r>
          </a:p>
          <a:p>
            <a:pPr algn="ctr"/>
            <a:r>
              <a:rPr lang="en-IN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modalities with DICOM</a:t>
            </a:r>
            <a:endParaRPr lang="en-US" sz="2000" cap="none" spc="0" dirty="0">
              <a:ln w="0"/>
              <a:solidFill>
                <a:srgbClr val="00006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7925865-8375-4CD8-A5B3-AE869C7BA3D5}"/>
              </a:ext>
            </a:extLst>
          </p:cNvPr>
          <p:cNvSpPr/>
          <p:nvPr/>
        </p:nvSpPr>
        <p:spPr>
          <a:xfrm>
            <a:off x="832900" y="4672275"/>
            <a:ext cx="1419849" cy="1438464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A45CBFF2-3A41-43CD-8354-08C058DB7960}"/>
              </a:ext>
            </a:extLst>
          </p:cNvPr>
          <p:cNvSpPr/>
          <p:nvPr/>
        </p:nvSpPr>
        <p:spPr>
          <a:xfrm>
            <a:off x="4592321" y="4672275"/>
            <a:ext cx="1419849" cy="1438464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PET-CT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D993ED01-9BBE-4AB6-A57F-98163BBE3A88}"/>
              </a:ext>
            </a:extLst>
          </p:cNvPr>
          <p:cNvSpPr/>
          <p:nvPr/>
        </p:nvSpPr>
        <p:spPr>
          <a:xfrm>
            <a:off x="2781321" y="4672275"/>
            <a:ext cx="1419849" cy="1438464"/>
          </a:xfrm>
          <a:prstGeom prst="flowChartConnector">
            <a:avLst/>
          </a:prstGeom>
          <a:solidFill>
            <a:srgbClr val="AB21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CT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B9F244CD-9294-4CD4-A0D7-325D7996BD38}"/>
              </a:ext>
            </a:extLst>
          </p:cNvPr>
          <p:cNvSpPr/>
          <p:nvPr/>
        </p:nvSpPr>
        <p:spPr>
          <a:xfrm>
            <a:off x="8214321" y="4662115"/>
            <a:ext cx="1419849" cy="1438464"/>
          </a:xfrm>
          <a:prstGeom prst="flowChartConnector">
            <a:avLst/>
          </a:prstGeom>
          <a:solidFill>
            <a:srgbClr val="FF4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X-RAY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E66135C-31A9-4916-AFAC-465E40E571F1}"/>
              </a:ext>
            </a:extLst>
          </p:cNvPr>
          <p:cNvSpPr/>
          <p:nvPr/>
        </p:nvSpPr>
        <p:spPr>
          <a:xfrm>
            <a:off x="9954240" y="4672275"/>
            <a:ext cx="1419849" cy="1438464"/>
          </a:xfrm>
          <a:prstGeom prst="flowChartConnector">
            <a:avLst/>
          </a:prstGeom>
          <a:solidFill>
            <a:srgbClr val="AB21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OPG</a:t>
            </a: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39033E5B-4FBB-4B1E-B257-AD71AC58CA3D}"/>
              </a:ext>
            </a:extLst>
          </p:cNvPr>
          <p:cNvSpPr/>
          <p:nvPr/>
        </p:nvSpPr>
        <p:spPr>
          <a:xfrm>
            <a:off x="6403321" y="4672275"/>
            <a:ext cx="1419849" cy="1438464"/>
          </a:xfrm>
          <a:prstGeom prst="flowChartConnector">
            <a:avLst/>
          </a:prstGeom>
          <a:solidFill>
            <a:srgbClr val="AB21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ULTRA</a:t>
            </a:r>
          </a:p>
          <a:p>
            <a:pPr algn="ctr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SOUND</a:t>
            </a:r>
          </a:p>
        </p:txBody>
      </p:sp>
      <p:pic>
        <p:nvPicPr>
          <p:cNvPr id="4" name="Picture 3" descr="A picture containing indoor, electronics, white&#10;&#10;Description automatically generated">
            <a:extLst>
              <a:ext uri="{FF2B5EF4-FFF2-40B4-BE49-F238E27FC236}">
                <a16:creationId xmlns:a16="http://schemas.microsoft.com/office/drawing/2014/main" id="{FE178F3E-5B16-4C82-8317-D6F943268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614" y="1538585"/>
            <a:ext cx="2906528" cy="2906528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0B4265A6-FE9B-43E6-ACC1-A0F7FE3093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" r="6579"/>
          <a:stretch/>
        </p:blipFill>
        <p:spPr>
          <a:xfrm>
            <a:off x="8403336" y="1538585"/>
            <a:ext cx="1728216" cy="279994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2D60D6-71C8-43CC-8887-0D6C944C4075}"/>
              </a:ext>
            </a:extLst>
          </p:cNvPr>
          <p:cNvSpPr/>
          <p:nvPr/>
        </p:nvSpPr>
        <p:spPr>
          <a:xfrm rot="20898376">
            <a:off x="9520031" y="3147998"/>
            <a:ext cx="228277" cy="807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60C1D2E-6143-4189-8EEF-5AD2C39EE82F}"/>
              </a:ext>
            </a:extLst>
          </p:cNvPr>
          <p:cNvSpPr/>
          <p:nvPr/>
        </p:nvSpPr>
        <p:spPr>
          <a:xfrm rot="21441120">
            <a:off x="3034873" y="1890666"/>
            <a:ext cx="176257" cy="232484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94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Tm="6000"/>
    </mc:Choice>
    <mc:Fallback xmlns="">
      <p:transition spd="slow" advTm="6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65B24C-6E07-402C-B2BA-AF3BD3B1AF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3016" t="596" r="3973" b="2643"/>
          <a:stretch/>
        </p:blipFill>
        <p:spPr>
          <a:xfrm>
            <a:off x="6199632" y="964184"/>
            <a:ext cx="2926080" cy="530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1D4004-4F62-471B-AAFC-ABCC6FE209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671" t="1189" r="4318" b="3548"/>
          <a:stretch/>
        </p:blipFill>
        <p:spPr>
          <a:xfrm>
            <a:off x="2478024" y="964183"/>
            <a:ext cx="2926080" cy="5224117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8EA36E-F9D3-4E4F-8050-740F7DD4141C}"/>
              </a:ext>
            </a:extLst>
          </p:cNvPr>
          <p:cNvSpPr/>
          <p:nvPr/>
        </p:nvSpPr>
        <p:spPr>
          <a:xfrm>
            <a:off x="2697480" y="2020824"/>
            <a:ext cx="2441448" cy="1344168"/>
          </a:xfrm>
          <a:prstGeom prst="roundRect">
            <a:avLst/>
          </a:prstGeom>
          <a:solidFill>
            <a:srgbClr val="CA7236"/>
          </a:solidFill>
          <a:ln>
            <a:solidFill>
              <a:srgbClr val="CA72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D0EC3F-00D2-4E1B-9251-455F6193E1E5}"/>
              </a:ext>
            </a:extLst>
          </p:cNvPr>
          <p:cNvSpPr/>
          <p:nvPr/>
        </p:nvSpPr>
        <p:spPr>
          <a:xfrm>
            <a:off x="6414516" y="2020824"/>
            <a:ext cx="2441448" cy="1344168"/>
          </a:xfrm>
          <a:prstGeom prst="roundRect">
            <a:avLst/>
          </a:prstGeom>
          <a:solidFill>
            <a:srgbClr val="DAA930"/>
          </a:solidFill>
          <a:ln>
            <a:solidFill>
              <a:srgbClr val="DAA9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14172D-BE17-4B4A-A40C-05A6FA4D0237}"/>
              </a:ext>
            </a:extLst>
          </p:cNvPr>
          <p:cNvSpPr/>
          <p:nvPr/>
        </p:nvSpPr>
        <p:spPr>
          <a:xfrm>
            <a:off x="2834640" y="2176272"/>
            <a:ext cx="2176272" cy="1060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664B06-CB05-49A9-9237-136C6A1C7E8A}"/>
              </a:ext>
            </a:extLst>
          </p:cNvPr>
          <p:cNvSpPr/>
          <p:nvPr/>
        </p:nvSpPr>
        <p:spPr>
          <a:xfrm>
            <a:off x="6547104" y="2162556"/>
            <a:ext cx="2176272" cy="1060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collage of a skull&#10;&#10;Description automatically generated with low confidence">
            <a:extLst>
              <a:ext uri="{FF2B5EF4-FFF2-40B4-BE49-F238E27FC236}">
                <a16:creationId xmlns:a16="http://schemas.microsoft.com/office/drawing/2014/main" id="{71F7FCB7-5921-4B12-87B1-32A92F600D5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6074" r="1598" b="2990"/>
          <a:stretch/>
        </p:blipFill>
        <p:spPr>
          <a:xfrm>
            <a:off x="2912365" y="2245262"/>
            <a:ext cx="917956" cy="935931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0FFAE56E-AED6-4F67-B226-A1E2E68F381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8" r="1246" b="20890"/>
          <a:stretch/>
        </p:blipFill>
        <p:spPr>
          <a:xfrm>
            <a:off x="3913110" y="2245263"/>
            <a:ext cx="1000235" cy="9359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B7ED33-2744-4922-AF93-5BC6D56C711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65" b="14060"/>
          <a:stretch/>
        </p:blipFill>
        <p:spPr>
          <a:xfrm>
            <a:off x="6716382" y="2291177"/>
            <a:ext cx="769506" cy="829056"/>
          </a:xfrm>
          <a:prstGeom prst="rect">
            <a:avLst/>
          </a:prstGeom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650D2B92-0F54-4A91-A627-CB8E978F3D2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5" t="41825" r="3993" b="6335"/>
          <a:stretch/>
        </p:blipFill>
        <p:spPr>
          <a:xfrm>
            <a:off x="7700773" y="2286041"/>
            <a:ext cx="809192" cy="829056"/>
          </a:xfrm>
          <a:prstGeom prst="rect">
            <a:avLst/>
          </a:prstGeom>
        </p:spPr>
      </p:pic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A56CDE02-32D6-4583-B9DF-8E98912C392E}"/>
              </a:ext>
            </a:extLst>
          </p:cNvPr>
          <p:cNvSpPr/>
          <p:nvPr/>
        </p:nvSpPr>
        <p:spPr>
          <a:xfrm>
            <a:off x="1386851" y="4421633"/>
            <a:ext cx="1419849" cy="1438464"/>
          </a:xfrm>
          <a:prstGeom prst="flowChartConnector">
            <a:avLst/>
          </a:prstGeom>
          <a:solidFill>
            <a:schemeClr val="bg1"/>
          </a:solidFill>
          <a:ln>
            <a:solidFill>
              <a:srgbClr val="D74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4B3896C0-2704-4393-A3C5-486EDDEB9AB7}"/>
              </a:ext>
            </a:extLst>
          </p:cNvPr>
          <p:cNvSpPr/>
          <p:nvPr/>
        </p:nvSpPr>
        <p:spPr>
          <a:xfrm>
            <a:off x="8848095" y="4421633"/>
            <a:ext cx="1419849" cy="1438464"/>
          </a:xfrm>
          <a:prstGeom prst="flowChartConnector">
            <a:avLst/>
          </a:prstGeom>
          <a:solidFill>
            <a:schemeClr val="bg1"/>
          </a:solidFill>
          <a:ln>
            <a:solidFill>
              <a:srgbClr val="BC60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C600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CT</a:t>
            </a:r>
          </a:p>
        </p:txBody>
      </p:sp>
    </p:spTree>
    <p:extLst>
      <p:ext uri="{BB962C8B-B14F-4D97-AF65-F5344CB8AC3E}">
        <p14:creationId xmlns:p14="http://schemas.microsoft.com/office/powerpoint/2010/main" val="49502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65B24C-6E07-402C-B2BA-AF3BD3B1AF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3016" t="596" r="3973" b="2643"/>
          <a:stretch/>
        </p:blipFill>
        <p:spPr>
          <a:xfrm>
            <a:off x="6199632" y="964184"/>
            <a:ext cx="2926080" cy="530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1D4004-4F62-471B-AAFC-ABCC6FE209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671" t="1189" r="4318" b="3548"/>
          <a:stretch/>
        </p:blipFill>
        <p:spPr>
          <a:xfrm>
            <a:off x="2478024" y="964183"/>
            <a:ext cx="2926080" cy="5224117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8EA36E-F9D3-4E4F-8050-740F7DD4141C}"/>
              </a:ext>
            </a:extLst>
          </p:cNvPr>
          <p:cNvSpPr/>
          <p:nvPr/>
        </p:nvSpPr>
        <p:spPr>
          <a:xfrm>
            <a:off x="2697480" y="2020824"/>
            <a:ext cx="2441448" cy="1344168"/>
          </a:xfrm>
          <a:prstGeom prst="roundRect">
            <a:avLst/>
          </a:prstGeom>
          <a:solidFill>
            <a:srgbClr val="CA7236"/>
          </a:solidFill>
          <a:ln>
            <a:solidFill>
              <a:srgbClr val="CA72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D0EC3F-00D2-4E1B-9251-455F6193E1E5}"/>
              </a:ext>
            </a:extLst>
          </p:cNvPr>
          <p:cNvSpPr/>
          <p:nvPr/>
        </p:nvSpPr>
        <p:spPr>
          <a:xfrm>
            <a:off x="6414516" y="2020824"/>
            <a:ext cx="2441448" cy="1344168"/>
          </a:xfrm>
          <a:prstGeom prst="roundRect">
            <a:avLst/>
          </a:prstGeom>
          <a:solidFill>
            <a:srgbClr val="DAA930"/>
          </a:solidFill>
          <a:ln>
            <a:solidFill>
              <a:srgbClr val="DAA9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14172D-BE17-4B4A-A40C-05A6FA4D0237}"/>
              </a:ext>
            </a:extLst>
          </p:cNvPr>
          <p:cNvSpPr/>
          <p:nvPr/>
        </p:nvSpPr>
        <p:spPr>
          <a:xfrm>
            <a:off x="2834640" y="2176272"/>
            <a:ext cx="2176272" cy="1060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664B06-CB05-49A9-9237-136C6A1C7E8A}"/>
              </a:ext>
            </a:extLst>
          </p:cNvPr>
          <p:cNvSpPr/>
          <p:nvPr/>
        </p:nvSpPr>
        <p:spPr>
          <a:xfrm>
            <a:off x="6547104" y="2162556"/>
            <a:ext cx="2176272" cy="1060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A56CDE02-32D6-4583-B9DF-8E98912C392E}"/>
              </a:ext>
            </a:extLst>
          </p:cNvPr>
          <p:cNvSpPr/>
          <p:nvPr/>
        </p:nvSpPr>
        <p:spPr>
          <a:xfrm>
            <a:off x="1386851" y="4421633"/>
            <a:ext cx="1419849" cy="1438464"/>
          </a:xfrm>
          <a:prstGeom prst="flowChartConnector">
            <a:avLst/>
          </a:prstGeom>
          <a:solidFill>
            <a:schemeClr val="bg1"/>
          </a:solidFill>
          <a:ln>
            <a:solidFill>
              <a:srgbClr val="D74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PET-CT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4B3896C0-2704-4393-A3C5-486EDDEB9AB7}"/>
              </a:ext>
            </a:extLst>
          </p:cNvPr>
          <p:cNvSpPr/>
          <p:nvPr/>
        </p:nvSpPr>
        <p:spPr>
          <a:xfrm>
            <a:off x="8848095" y="4421633"/>
            <a:ext cx="1419849" cy="1438464"/>
          </a:xfrm>
          <a:prstGeom prst="flowChartConnector">
            <a:avLst/>
          </a:prstGeom>
          <a:solidFill>
            <a:schemeClr val="bg1"/>
          </a:solidFill>
          <a:ln>
            <a:solidFill>
              <a:srgbClr val="BC60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C600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ULTRA</a:t>
            </a:r>
          </a:p>
          <a:p>
            <a:pPr algn="ctr"/>
            <a:r>
              <a:rPr lang="en-IN" sz="1600" b="1" dirty="0">
                <a:solidFill>
                  <a:srgbClr val="BC600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SOUND</a:t>
            </a:r>
          </a:p>
        </p:txBody>
      </p:sp>
      <p:pic>
        <p:nvPicPr>
          <p:cNvPr id="27" name="Picture 26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E252FE11-B6C0-4925-BC2E-FEC698C52F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4" t="3555" r="3294" b="2815"/>
          <a:stretch/>
        </p:blipFill>
        <p:spPr>
          <a:xfrm>
            <a:off x="7717668" y="2190860"/>
            <a:ext cx="860288" cy="934356"/>
          </a:xfrm>
          <a:prstGeom prst="rect">
            <a:avLst/>
          </a:prstGeom>
        </p:spPr>
      </p:pic>
      <p:pic>
        <p:nvPicPr>
          <p:cNvPr id="29" name="Picture 2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231E6D1-3432-4163-9E32-AD3837E7A94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2" t="4740" r="3701" b="3704"/>
          <a:stretch/>
        </p:blipFill>
        <p:spPr>
          <a:xfrm>
            <a:off x="6654800" y="2243476"/>
            <a:ext cx="978356" cy="881740"/>
          </a:xfrm>
          <a:prstGeom prst="rect">
            <a:avLst/>
          </a:prstGeom>
        </p:spPr>
      </p:pic>
      <p:pic>
        <p:nvPicPr>
          <p:cNvPr id="31" name="Picture 30" descr="Diagram&#10;&#10;Description automatically generated with low confidence">
            <a:extLst>
              <a:ext uri="{FF2B5EF4-FFF2-40B4-BE49-F238E27FC236}">
                <a16:creationId xmlns:a16="http://schemas.microsoft.com/office/drawing/2014/main" id="{7B759935-8420-4F1E-9165-90157AF2B32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8" t="14058" r="20252" b="8566"/>
          <a:stretch/>
        </p:blipFill>
        <p:spPr>
          <a:xfrm>
            <a:off x="3971036" y="2235902"/>
            <a:ext cx="1037336" cy="948829"/>
          </a:xfrm>
          <a:prstGeom prst="rect">
            <a:avLst/>
          </a:prstGeom>
        </p:spPr>
      </p:pic>
      <p:pic>
        <p:nvPicPr>
          <p:cNvPr id="36" name="Picture 35" descr="A picture containing text, different, several&#10;&#10;Description automatically generated">
            <a:extLst>
              <a:ext uri="{FF2B5EF4-FFF2-40B4-BE49-F238E27FC236}">
                <a16:creationId xmlns:a16="http://schemas.microsoft.com/office/drawing/2014/main" id="{2CF1B974-7F3E-41E3-A7EC-67DB905B371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8" t="4741" r="11768" b="3852"/>
          <a:stretch/>
        </p:blipFill>
        <p:spPr>
          <a:xfrm>
            <a:off x="2905982" y="2256674"/>
            <a:ext cx="1035082" cy="8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3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65B24C-6E07-402C-B2BA-AF3BD3B1AF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3016" t="596" r="3973" b="2643"/>
          <a:stretch/>
        </p:blipFill>
        <p:spPr>
          <a:xfrm>
            <a:off x="6199632" y="964184"/>
            <a:ext cx="2926080" cy="530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1D4004-4F62-471B-AAFC-ABCC6FE209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671" t="1189" r="4318" b="3548"/>
          <a:stretch/>
        </p:blipFill>
        <p:spPr>
          <a:xfrm>
            <a:off x="2478024" y="964183"/>
            <a:ext cx="2926080" cy="5224117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8EA36E-F9D3-4E4F-8050-740F7DD4141C}"/>
              </a:ext>
            </a:extLst>
          </p:cNvPr>
          <p:cNvSpPr/>
          <p:nvPr/>
        </p:nvSpPr>
        <p:spPr>
          <a:xfrm>
            <a:off x="2697480" y="2020824"/>
            <a:ext cx="2441448" cy="1344168"/>
          </a:xfrm>
          <a:prstGeom prst="roundRect">
            <a:avLst/>
          </a:prstGeom>
          <a:solidFill>
            <a:srgbClr val="CA7236"/>
          </a:solidFill>
          <a:ln>
            <a:solidFill>
              <a:srgbClr val="CA72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D0EC3F-00D2-4E1B-9251-455F6193E1E5}"/>
              </a:ext>
            </a:extLst>
          </p:cNvPr>
          <p:cNvSpPr/>
          <p:nvPr/>
        </p:nvSpPr>
        <p:spPr>
          <a:xfrm>
            <a:off x="6414516" y="2020824"/>
            <a:ext cx="2441448" cy="1344168"/>
          </a:xfrm>
          <a:prstGeom prst="roundRect">
            <a:avLst/>
          </a:prstGeom>
          <a:solidFill>
            <a:srgbClr val="DAA930"/>
          </a:solidFill>
          <a:ln>
            <a:solidFill>
              <a:srgbClr val="DAA9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14172D-BE17-4B4A-A40C-05A6FA4D0237}"/>
              </a:ext>
            </a:extLst>
          </p:cNvPr>
          <p:cNvSpPr/>
          <p:nvPr/>
        </p:nvSpPr>
        <p:spPr>
          <a:xfrm>
            <a:off x="2834640" y="2176272"/>
            <a:ext cx="2176272" cy="1060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664B06-CB05-49A9-9237-136C6A1C7E8A}"/>
              </a:ext>
            </a:extLst>
          </p:cNvPr>
          <p:cNvSpPr/>
          <p:nvPr/>
        </p:nvSpPr>
        <p:spPr>
          <a:xfrm>
            <a:off x="6547104" y="2162556"/>
            <a:ext cx="2176272" cy="1060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A56CDE02-32D6-4583-B9DF-8E98912C392E}"/>
              </a:ext>
            </a:extLst>
          </p:cNvPr>
          <p:cNvSpPr/>
          <p:nvPr/>
        </p:nvSpPr>
        <p:spPr>
          <a:xfrm>
            <a:off x="1386851" y="4421633"/>
            <a:ext cx="1419849" cy="1438464"/>
          </a:xfrm>
          <a:prstGeom prst="flowChartConnector">
            <a:avLst/>
          </a:prstGeom>
          <a:solidFill>
            <a:schemeClr val="bg1"/>
          </a:solidFill>
          <a:ln>
            <a:solidFill>
              <a:srgbClr val="D74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D74A2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X-RAY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4B3896C0-2704-4393-A3C5-486EDDEB9AB7}"/>
              </a:ext>
            </a:extLst>
          </p:cNvPr>
          <p:cNvSpPr/>
          <p:nvPr/>
        </p:nvSpPr>
        <p:spPr>
          <a:xfrm>
            <a:off x="8848095" y="4421633"/>
            <a:ext cx="1419849" cy="1438464"/>
          </a:xfrm>
          <a:prstGeom prst="flowChartConnector">
            <a:avLst/>
          </a:prstGeom>
          <a:solidFill>
            <a:schemeClr val="bg1"/>
          </a:solidFill>
          <a:ln>
            <a:solidFill>
              <a:srgbClr val="BC60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C600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OPG</a:t>
            </a:r>
          </a:p>
        </p:txBody>
      </p:sp>
      <p:pic>
        <p:nvPicPr>
          <p:cNvPr id="19" name="Picture 18" descr="X-ray of a person's chest&#10;&#10;Description automatically generated with medium confidence">
            <a:extLst>
              <a:ext uri="{FF2B5EF4-FFF2-40B4-BE49-F238E27FC236}">
                <a16:creationId xmlns:a16="http://schemas.microsoft.com/office/drawing/2014/main" id="{34FBA48A-3AB9-4A20-8485-73F8A20113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5" t="6965" r="20562" b="5778"/>
          <a:stretch/>
        </p:blipFill>
        <p:spPr>
          <a:xfrm>
            <a:off x="2924544" y="2286000"/>
            <a:ext cx="958585" cy="839216"/>
          </a:xfrm>
          <a:prstGeom prst="rect">
            <a:avLst/>
          </a:prstGeom>
        </p:spPr>
      </p:pic>
      <p:pic>
        <p:nvPicPr>
          <p:cNvPr id="25" name="Picture 24" descr="A picture containing text&#10;&#10;Description automatically generated">
            <a:extLst>
              <a:ext uri="{FF2B5EF4-FFF2-40B4-BE49-F238E27FC236}">
                <a16:creationId xmlns:a16="http://schemas.microsoft.com/office/drawing/2014/main" id="{C4084884-367F-4B39-B763-FE89481FFA5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0" t="16001" r="4649" b="9765"/>
          <a:stretch/>
        </p:blipFill>
        <p:spPr>
          <a:xfrm>
            <a:off x="3960097" y="2265679"/>
            <a:ext cx="958585" cy="894081"/>
          </a:xfrm>
          <a:prstGeom prst="rect">
            <a:avLst/>
          </a:prstGeom>
        </p:spPr>
      </p:pic>
      <p:pic>
        <p:nvPicPr>
          <p:cNvPr id="3" name="Picture 2" descr="A close-up of a baby&#10;&#10;Description automatically generated with low confidence">
            <a:extLst>
              <a:ext uri="{FF2B5EF4-FFF2-40B4-BE49-F238E27FC236}">
                <a16:creationId xmlns:a16="http://schemas.microsoft.com/office/drawing/2014/main" id="{266E7F06-CEEE-4DAF-8C21-6806A0A91DD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398" y="2286000"/>
            <a:ext cx="866770" cy="819418"/>
          </a:xfrm>
          <a:prstGeom prst="rect">
            <a:avLst/>
          </a:prstGeom>
        </p:spPr>
      </p:pic>
      <p:pic>
        <p:nvPicPr>
          <p:cNvPr id="5" name="Picture 4" descr="A close-up of a skull&#10;&#10;Description automatically generated with low confidence">
            <a:extLst>
              <a:ext uri="{FF2B5EF4-FFF2-40B4-BE49-F238E27FC236}">
                <a16:creationId xmlns:a16="http://schemas.microsoft.com/office/drawing/2014/main" id="{DD6BDBAE-FCC6-4013-A6C3-3FCDB0000B5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6" t="3783" r="3279" b="5307"/>
          <a:stretch/>
        </p:blipFill>
        <p:spPr>
          <a:xfrm>
            <a:off x="7610854" y="2203738"/>
            <a:ext cx="1077855" cy="91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0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0DFBE0-3DFA-44C1-B209-08CF69F923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22" t="34395" r="6167" b="34335"/>
          <a:stretch/>
        </p:blipFill>
        <p:spPr>
          <a:xfrm>
            <a:off x="5849097" y="1612678"/>
            <a:ext cx="2306326" cy="8194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4F0CBA-663E-42AD-A216-7FDC130B2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96" y="2664287"/>
            <a:ext cx="2458872" cy="12849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B89D0A-893D-4744-98EC-D997C73BB40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885"/>
          <a:stretch/>
        </p:blipFill>
        <p:spPr>
          <a:xfrm>
            <a:off x="5157462" y="4819014"/>
            <a:ext cx="2819545" cy="5914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1F80751-5720-4109-AED0-ED63403C0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356" y="2632726"/>
            <a:ext cx="1579465" cy="14393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182916B-2A62-4308-B220-16EC1A666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7513" y="1602518"/>
            <a:ext cx="2573687" cy="844976"/>
          </a:xfrm>
          <a:prstGeom prst="rect">
            <a:avLst/>
          </a:prstGeom>
        </p:spPr>
      </p:pic>
      <p:pic>
        <p:nvPicPr>
          <p:cNvPr id="31" name="Picture 3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5F9E68C-020F-49D2-A7A0-50DBEA33103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2" r="19996"/>
          <a:stretch/>
        </p:blipFill>
        <p:spPr>
          <a:xfrm>
            <a:off x="664370" y="2759406"/>
            <a:ext cx="2010556" cy="12136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B5AC81E-53C6-4BC3-B78B-3A5A211DE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7178" y="2964261"/>
            <a:ext cx="2788430" cy="9294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343F6AC-0FAF-42B2-89AC-C1396FEC11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159" y="4837501"/>
            <a:ext cx="4130159" cy="6205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C9A1B04-3B36-463E-BA47-6210F77BCEE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biLevel thresh="75000"/>
          </a:blip>
          <a:srcRect l="11808" r="10952"/>
          <a:stretch/>
        </p:blipFill>
        <p:spPr>
          <a:xfrm>
            <a:off x="492983" y="1259603"/>
            <a:ext cx="1883134" cy="116515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EC1E834-FBA2-415A-AE23-640EBB93FE5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b="25566"/>
          <a:stretch/>
        </p:blipFill>
        <p:spPr>
          <a:xfrm>
            <a:off x="2806700" y="1399291"/>
            <a:ext cx="2296170" cy="10254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471192-49B8-39A0-D247-F2D42EE594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6505" y="4502399"/>
            <a:ext cx="25812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2ECA9E-8623-4FED-AEF4-163CD1FB18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28" b="11735"/>
          <a:stretch/>
        </p:blipFill>
        <p:spPr>
          <a:xfrm>
            <a:off x="805869" y="2073578"/>
            <a:ext cx="2171033" cy="12490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15A548-F92E-41C0-BEDE-0FC2D10256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63" b="21415"/>
          <a:stretch/>
        </p:blipFill>
        <p:spPr>
          <a:xfrm>
            <a:off x="728437" y="1014769"/>
            <a:ext cx="2289409" cy="965200"/>
          </a:xfrm>
          <a:prstGeom prst="rect">
            <a:avLst/>
          </a:prstGeom>
        </p:spPr>
      </p:pic>
      <p:pic>
        <p:nvPicPr>
          <p:cNvPr id="35" name="Picture 34" descr="Text, logo&#10;&#10;Description automatically generated">
            <a:extLst>
              <a:ext uri="{FF2B5EF4-FFF2-40B4-BE49-F238E27FC236}">
                <a16:creationId xmlns:a16="http://schemas.microsoft.com/office/drawing/2014/main" id="{63F672B7-B6D2-42C9-AE67-79242BE100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951" y="968511"/>
            <a:ext cx="3915942" cy="840923"/>
          </a:xfrm>
          <a:prstGeom prst="rect">
            <a:avLst/>
          </a:prstGeom>
        </p:spPr>
      </p:pic>
      <p:pic>
        <p:nvPicPr>
          <p:cNvPr id="37" name="Picture 3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A62930E-D16F-4569-9B80-2E998E54B9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358" y="3824488"/>
            <a:ext cx="2635393" cy="12849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E177031-B374-4030-9F90-5C88011952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6615" y="1031693"/>
            <a:ext cx="2788430" cy="60448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C041223-803C-4B2D-B034-FC454E82FF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0688" y="3797729"/>
            <a:ext cx="1247991" cy="1247991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F0E485A-513E-4025-ABB6-188DB778E7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927" y="1942173"/>
            <a:ext cx="2398000" cy="1511891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BC8676E0-E79B-4121-89AC-FDF9F6FF814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1" b="7011"/>
          <a:stretch/>
        </p:blipFill>
        <p:spPr>
          <a:xfrm>
            <a:off x="3570782" y="2073578"/>
            <a:ext cx="2194659" cy="1465719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99120C52-31E4-41EA-AB71-CA8DC5AF51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16" y="3707349"/>
            <a:ext cx="2228850" cy="1428750"/>
          </a:xfrm>
          <a:prstGeom prst="rect">
            <a:avLst/>
          </a:prstGeom>
        </p:spPr>
      </p:pic>
      <p:pic>
        <p:nvPicPr>
          <p:cNvPr id="17" name="Picture 29">
            <a:extLst>
              <a:ext uri="{FF2B5EF4-FFF2-40B4-BE49-F238E27FC236}">
                <a16:creationId xmlns:a16="http://schemas.microsoft.com/office/drawing/2014/main" id="{6AA62F9B-B79A-4BD9-8C9D-D6D382865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927" y="2051920"/>
            <a:ext cx="2463714" cy="148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8">
            <a:extLst>
              <a:ext uri="{FF2B5EF4-FFF2-40B4-BE49-F238E27FC236}">
                <a16:creationId xmlns:a16="http://schemas.microsoft.com/office/drawing/2014/main" id="{465B75B3-8265-446B-83C5-05E155694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00" y="5161152"/>
            <a:ext cx="2225597" cy="748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F59BB3-9F88-C70B-76D1-55432841603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5613" y="5059368"/>
            <a:ext cx="4123267" cy="96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68EC0-7D3C-E2CA-AE62-ACA279DD03C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9514" y="5190006"/>
            <a:ext cx="2381250" cy="847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6B2D16-F959-A313-46FE-6DB721DDF54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0893" y="3760060"/>
            <a:ext cx="145732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0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81" name="Picture 39">
            <a:extLst>
              <a:ext uri="{FF2B5EF4-FFF2-40B4-BE49-F238E27FC236}">
                <a16:creationId xmlns:a16="http://schemas.microsoft.com/office/drawing/2014/main" id="{9C3EC469-1AAB-4DFE-B89D-7CD5A2D09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325" y="1879391"/>
            <a:ext cx="1100416" cy="1115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Picture 40">
            <a:extLst>
              <a:ext uri="{FF2B5EF4-FFF2-40B4-BE49-F238E27FC236}">
                <a16:creationId xmlns:a16="http://schemas.microsoft.com/office/drawing/2014/main" id="{050304FE-ED89-4D2B-B269-DB20F17A7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705" y="3122507"/>
            <a:ext cx="2225597" cy="135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" name="Picture 34">
            <a:extLst>
              <a:ext uri="{FF2B5EF4-FFF2-40B4-BE49-F238E27FC236}">
                <a16:creationId xmlns:a16="http://schemas.microsoft.com/office/drawing/2014/main" id="{1AF84893-6900-4344-B8FF-73867D4F4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049" y="1883818"/>
            <a:ext cx="2346878" cy="141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Picture 33">
            <a:extLst>
              <a:ext uri="{FF2B5EF4-FFF2-40B4-BE49-F238E27FC236}">
                <a16:creationId xmlns:a16="http://schemas.microsoft.com/office/drawing/2014/main" id="{1FBE1596-E33B-4932-BE17-44219AF79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74" y="2473096"/>
            <a:ext cx="2288460" cy="52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46">
            <a:extLst>
              <a:ext uri="{FF2B5EF4-FFF2-40B4-BE49-F238E27FC236}">
                <a16:creationId xmlns:a16="http://schemas.microsoft.com/office/drawing/2014/main" id="{8741B1EF-95CE-4B9C-BA43-1EE40FE6C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863" y="4800274"/>
            <a:ext cx="2125906" cy="374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47">
            <a:extLst>
              <a:ext uri="{FF2B5EF4-FFF2-40B4-BE49-F238E27FC236}">
                <a16:creationId xmlns:a16="http://schemas.microsoft.com/office/drawing/2014/main" id="{ED8391FC-8B20-4E2A-B449-78968525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596" y="1186992"/>
            <a:ext cx="1984306" cy="404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44">
            <a:extLst>
              <a:ext uri="{FF2B5EF4-FFF2-40B4-BE49-F238E27FC236}">
                <a16:creationId xmlns:a16="http://schemas.microsoft.com/office/drawing/2014/main" id="{05DAED51-327E-4F65-904D-88B333F7C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947" y="3607601"/>
            <a:ext cx="921988" cy="946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" name="Picture 37">
            <a:extLst>
              <a:ext uri="{FF2B5EF4-FFF2-40B4-BE49-F238E27FC236}">
                <a16:creationId xmlns:a16="http://schemas.microsoft.com/office/drawing/2014/main" id="{A0AF5E70-E7C2-4CCE-8D5A-0D9384D3B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74" y="1106224"/>
            <a:ext cx="1993195" cy="61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Picture 41">
            <a:extLst>
              <a:ext uri="{FF2B5EF4-FFF2-40B4-BE49-F238E27FC236}">
                <a16:creationId xmlns:a16="http://schemas.microsoft.com/office/drawing/2014/main" id="{A0E49B9A-E8CB-4D28-B0B4-27DAB24E5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14" y="3672569"/>
            <a:ext cx="1537916" cy="1147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Picture 42">
            <a:extLst>
              <a:ext uri="{FF2B5EF4-FFF2-40B4-BE49-F238E27FC236}">
                <a16:creationId xmlns:a16="http://schemas.microsoft.com/office/drawing/2014/main" id="{36D7D77A-F9ED-4230-828C-982950C9B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70" y="4915221"/>
            <a:ext cx="2199563" cy="16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Picture 95" descr="Text&#10;&#10;Description automatically generated">
            <a:extLst>
              <a:ext uri="{FF2B5EF4-FFF2-40B4-BE49-F238E27FC236}">
                <a16:creationId xmlns:a16="http://schemas.microsoft.com/office/drawing/2014/main" id="{EAEB7605-D019-485F-8D1B-57014491963E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359" y="1106224"/>
            <a:ext cx="2998258" cy="661321"/>
          </a:xfrm>
          <a:prstGeom prst="rect">
            <a:avLst/>
          </a:prstGeom>
        </p:spPr>
      </p:pic>
      <p:pic>
        <p:nvPicPr>
          <p:cNvPr id="102" name="Picture 35">
            <a:extLst>
              <a:ext uri="{FF2B5EF4-FFF2-40B4-BE49-F238E27FC236}">
                <a16:creationId xmlns:a16="http://schemas.microsoft.com/office/drawing/2014/main" id="{8BB84D4A-0499-499F-A817-42FA09819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110" y="3856282"/>
            <a:ext cx="1013425" cy="492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Picture 36">
            <a:extLst>
              <a:ext uri="{FF2B5EF4-FFF2-40B4-BE49-F238E27FC236}">
                <a16:creationId xmlns:a16="http://schemas.microsoft.com/office/drawing/2014/main" id="{D3AE9E66-88C3-4108-B873-092933BCB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548" y="4436981"/>
            <a:ext cx="1845880" cy="491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45D98C-6E22-C665-46AF-7C91164D2C3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390" y="5466951"/>
            <a:ext cx="1863660" cy="733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59C8D2-DAB4-03A9-D60E-1DD40FD039F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27940" y="5349935"/>
            <a:ext cx="33718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A03866-F3A8-6C00-C72A-467EA6E0B3C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4942" y="5380605"/>
            <a:ext cx="2884904" cy="90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0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2" name="Picture 1" descr="A logo for a company&#10;&#10;Description automatically generated">
            <a:extLst>
              <a:ext uri="{FF2B5EF4-FFF2-40B4-BE49-F238E27FC236}">
                <a16:creationId xmlns:a16="http://schemas.microsoft.com/office/drawing/2014/main" id="{8176DC7E-E17E-8537-CFDF-EE62BB6E6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03" y="1046481"/>
            <a:ext cx="3036098" cy="1008379"/>
          </a:xfrm>
          <a:prstGeom prst="rect">
            <a:avLst/>
          </a:prstGeom>
        </p:spPr>
      </p:pic>
      <p:pic>
        <p:nvPicPr>
          <p:cNvPr id="4" name="Picture 3" descr="A logo with blue leaves&#10;&#10;Description automatically generated">
            <a:extLst>
              <a:ext uri="{FF2B5EF4-FFF2-40B4-BE49-F238E27FC236}">
                <a16:creationId xmlns:a16="http://schemas.microsoft.com/office/drawing/2014/main" id="{346B6930-4445-B3CB-C43F-949D256C5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395" y="1029971"/>
            <a:ext cx="2153512" cy="1516379"/>
          </a:xfrm>
          <a:prstGeom prst="rect">
            <a:avLst/>
          </a:prstGeom>
        </p:spPr>
      </p:pic>
      <p:pic>
        <p:nvPicPr>
          <p:cNvPr id="6" name="Picture 5" descr="A logo with a red and grey design&#10;&#10;Description automatically generated with medium confidence">
            <a:extLst>
              <a:ext uri="{FF2B5EF4-FFF2-40B4-BE49-F238E27FC236}">
                <a16:creationId xmlns:a16="http://schemas.microsoft.com/office/drawing/2014/main" id="{D0501B2B-AF7D-F491-DA38-6A0E162C32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646" y="960120"/>
            <a:ext cx="3467100" cy="1181100"/>
          </a:xfrm>
          <a:prstGeom prst="rect">
            <a:avLst/>
          </a:prstGeom>
        </p:spPr>
      </p:pic>
      <p:pic>
        <p:nvPicPr>
          <p:cNvPr id="7" name="Picture 6" descr="A grey and orange logo&#10;&#10;Description automatically generated">
            <a:extLst>
              <a:ext uri="{FF2B5EF4-FFF2-40B4-BE49-F238E27FC236}">
                <a16:creationId xmlns:a16="http://schemas.microsoft.com/office/drawing/2014/main" id="{6F8BE9D4-60A5-D239-D302-5FF9BDBD21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02" y="2611121"/>
            <a:ext cx="2857500" cy="723900"/>
          </a:xfrm>
          <a:prstGeom prst="rect">
            <a:avLst/>
          </a:prstGeom>
        </p:spPr>
      </p:pic>
      <p:pic>
        <p:nvPicPr>
          <p:cNvPr id="8" name="Picture 7" descr="A logo with a torch and a sign&#10;&#10;Description automatically generated">
            <a:extLst>
              <a:ext uri="{FF2B5EF4-FFF2-40B4-BE49-F238E27FC236}">
                <a16:creationId xmlns:a16="http://schemas.microsoft.com/office/drawing/2014/main" id="{377BC060-E6CF-7105-5FAA-E6B951F90E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516" y="2204654"/>
            <a:ext cx="1937185" cy="1536833"/>
          </a:xfrm>
          <a:prstGeom prst="rect">
            <a:avLst/>
          </a:prstGeom>
        </p:spPr>
      </p:pic>
      <p:pic>
        <p:nvPicPr>
          <p:cNvPr id="11" name="Picture 10" descr="A logo of a dome&#10;&#10;Description automatically generated">
            <a:extLst>
              <a:ext uri="{FF2B5EF4-FFF2-40B4-BE49-F238E27FC236}">
                <a16:creationId xmlns:a16="http://schemas.microsoft.com/office/drawing/2014/main" id="{21E16C30-BFA1-203A-BDA9-B75DCA3F7D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17" y="3962401"/>
            <a:ext cx="2390885" cy="1935478"/>
          </a:xfrm>
          <a:prstGeom prst="rect">
            <a:avLst/>
          </a:prstGeom>
        </p:spPr>
      </p:pic>
      <p:pic>
        <p:nvPicPr>
          <p:cNvPr id="12" name="Picture 11" descr="A red background with white text and pink ribbons&#10;&#10;Description automatically generated">
            <a:extLst>
              <a:ext uri="{FF2B5EF4-FFF2-40B4-BE49-F238E27FC236}">
                <a16:creationId xmlns:a16="http://schemas.microsoft.com/office/drawing/2014/main" id="{1514C1BC-4195-D5B0-13CC-EBB94C6734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522" y="3947577"/>
            <a:ext cx="1937185" cy="1937185"/>
          </a:xfrm>
          <a:prstGeom prst="rect">
            <a:avLst/>
          </a:prstGeom>
        </p:spPr>
      </p:pic>
      <p:pic>
        <p:nvPicPr>
          <p:cNvPr id="13" name="Picture 12" descr="A white sign with blue and red text&#10;&#10;Description automatically generated">
            <a:extLst>
              <a:ext uri="{FF2B5EF4-FFF2-40B4-BE49-F238E27FC236}">
                <a16:creationId xmlns:a16="http://schemas.microsoft.com/office/drawing/2014/main" id="{CC502ADD-63B0-8E97-FF65-B0A9FED68A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622" y="4113450"/>
            <a:ext cx="4105275" cy="1238250"/>
          </a:xfrm>
          <a:prstGeom prst="rect">
            <a:avLst/>
          </a:prstGeom>
        </p:spPr>
      </p:pic>
      <p:pic>
        <p:nvPicPr>
          <p:cNvPr id="17" name="Picture 16" descr="A green logo with a flower&#10;&#10;Description automatically generated">
            <a:extLst>
              <a:ext uri="{FF2B5EF4-FFF2-40B4-BE49-F238E27FC236}">
                <a16:creationId xmlns:a16="http://schemas.microsoft.com/office/drawing/2014/main" id="{ECCFA3BF-FDE9-194E-C1A7-FB865D5223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56" y="2278239"/>
            <a:ext cx="2621507" cy="16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4325541-8D13-4B3A-A04F-31CF9232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91399" y="6461760"/>
            <a:ext cx="4089400" cy="334645"/>
          </a:xfrm>
        </p:spPr>
        <p:txBody>
          <a:bodyPr/>
          <a:lstStyle/>
          <a:p>
            <a:pPr algn="r"/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pic>
        <p:nvPicPr>
          <p:cNvPr id="9" name="Picture 8" descr="Map&#10;&#10;Description automatically generated">
            <a:extLst>
              <a:ext uri="{FF2B5EF4-FFF2-40B4-BE49-F238E27FC236}">
                <a16:creationId xmlns:a16="http://schemas.microsoft.com/office/drawing/2014/main" id="{766FD6C9-ABB2-4191-8D15-B9469CB0576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475993" y="437834"/>
            <a:ext cx="5933662" cy="6255381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C2EBF00-6B17-4A10-90F5-93377252AFD7}"/>
              </a:ext>
            </a:extLst>
          </p:cNvPr>
          <p:cNvSpPr/>
          <p:nvPr/>
        </p:nvSpPr>
        <p:spPr>
          <a:xfrm>
            <a:off x="8560087" y="4866290"/>
            <a:ext cx="998483" cy="156499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77555-EE13-43E4-AE04-A9E64111E2B2}"/>
              </a:ext>
            </a:extLst>
          </p:cNvPr>
          <p:cNvSpPr/>
          <p:nvPr/>
        </p:nvSpPr>
        <p:spPr>
          <a:xfrm>
            <a:off x="3624908" y="5506278"/>
            <a:ext cx="998483" cy="600324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Medical with solid fill">
            <a:extLst>
              <a:ext uri="{FF2B5EF4-FFF2-40B4-BE49-F238E27FC236}">
                <a16:creationId xmlns:a16="http://schemas.microsoft.com/office/drawing/2014/main" id="{D4BDA8A3-31CD-4315-A9F3-90D34D06C18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1023" y="4668720"/>
            <a:ext cx="237744" cy="2377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4097CD-0BD4-4967-B040-47845C5365FE}"/>
              </a:ext>
            </a:extLst>
          </p:cNvPr>
          <p:cNvSpPr txBox="1"/>
          <p:nvPr/>
        </p:nvSpPr>
        <p:spPr>
          <a:xfrm>
            <a:off x="5172252" y="4838567"/>
            <a:ext cx="899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Andhra Pradesh</a:t>
            </a:r>
            <a:endParaRPr lang="en-IN" sz="800" dirty="0"/>
          </a:p>
        </p:txBody>
      </p:sp>
      <p:pic>
        <p:nvPicPr>
          <p:cNvPr id="17" name="Graphic 16" descr="Medical with solid fill">
            <a:extLst>
              <a:ext uri="{FF2B5EF4-FFF2-40B4-BE49-F238E27FC236}">
                <a16:creationId xmlns:a16="http://schemas.microsoft.com/office/drawing/2014/main" id="{1A1760B3-B22D-46E0-9CEE-F729D82A247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36984" y="2549451"/>
            <a:ext cx="237744" cy="2377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F300EB-2F3B-4802-96F4-F440FAD44D21}"/>
              </a:ext>
            </a:extLst>
          </p:cNvPr>
          <p:cNvSpPr txBox="1"/>
          <p:nvPr/>
        </p:nvSpPr>
        <p:spPr>
          <a:xfrm>
            <a:off x="6841270" y="2747440"/>
            <a:ext cx="4297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Bihar</a:t>
            </a:r>
            <a:endParaRPr lang="en-IN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1E709D-1095-4610-A134-95C49CE72659}"/>
              </a:ext>
            </a:extLst>
          </p:cNvPr>
          <p:cNvSpPr txBox="1"/>
          <p:nvPr/>
        </p:nvSpPr>
        <p:spPr>
          <a:xfrm>
            <a:off x="5845824" y="3578745"/>
            <a:ext cx="8004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Chhattisgarh</a:t>
            </a:r>
            <a:endParaRPr lang="en-IN" sz="800" dirty="0"/>
          </a:p>
        </p:txBody>
      </p:sp>
      <p:pic>
        <p:nvPicPr>
          <p:cNvPr id="23" name="Graphic 22" descr="Medical with solid fill">
            <a:extLst>
              <a:ext uri="{FF2B5EF4-FFF2-40B4-BE49-F238E27FC236}">
                <a16:creationId xmlns:a16="http://schemas.microsoft.com/office/drawing/2014/main" id="{C4AB2F1D-F6E1-4ED1-BBB1-FB4AB9CCCE0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0483" y="2103120"/>
            <a:ext cx="237744" cy="2377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F8D7D1C-9FD8-4172-8F63-5AD1F75AC6FB}"/>
              </a:ext>
            </a:extLst>
          </p:cNvPr>
          <p:cNvSpPr txBox="1"/>
          <p:nvPr/>
        </p:nvSpPr>
        <p:spPr>
          <a:xfrm>
            <a:off x="5400691" y="2110707"/>
            <a:ext cx="6825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Delhi/NCR</a:t>
            </a:r>
            <a:endParaRPr lang="en-IN" sz="800" dirty="0"/>
          </a:p>
        </p:txBody>
      </p:sp>
      <p:pic>
        <p:nvPicPr>
          <p:cNvPr id="25" name="Graphic 24" descr="Medical with solid fill">
            <a:extLst>
              <a:ext uri="{FF2B5EF4-FFF2-40B4-BE49-F238E27FC236}">
                <a16:creationId xmlns:a16="http://schemas.microsoft.com/office/drawing/2014/main" id="{5564F0AA-ABDF-4E13-834F-1D454E7B5C8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3293" y="4722486"/>
            <a:ext cx="237744" cy="237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FB0F6B-1867-44D9-BBD1-BD68E9E8A86B}"/>
              </a:ext>
            </a:extLst>
          </p:cNvPr>
          <p:cNvSpPr txBox="1"/>
          <p:nvPr/>
        </p:nvSpPr>
        <p:spPr>
          <a:xfrm>
            <a:off x="4631431" y="4718100"/>
            <a:ext cx="3961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Goa</a:t>
            </a:r>
            <a:endParaRPr lang="en-IN" sz="800" dirty="0"/>
          </a:p>
        </p:txBody>
      </p:sp>
      <p:pic>
        <p:nvPicPr>
          <p:cNvPr id="27" name="Graphic 26" descr="Medical with solid fill">
            <a:extLst>
              <a:ext uri="{FF2B5EF4-FFF2-40B4-BE49-F238E27FC236}">
                <a16:creationId xmlns:a16="http://schemas.microsoft.com/office/drawing/2014/main" id="{A7A75EBE-BC1D-4686-B66A-9B47F82B60E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9788" y="3814306"/>
            <a:ext cx="237744" cy="23774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4FF26AD-359D-4BD8-83F5-EEC1D8B9D304}"/>
              </a:ext>
            </a:extLst>
          </p:cNvPr>
          <p:cNvSpPr txBox="1"/>
          <p:nvPr/>
        </p:nvSpPr>
        <p:spPr>
          <a:xfrm>
            <a:off x="4608642" y="4014375"/>
            <a:ext cx="9628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Maharashtra</a:t>
            </a:r>
            <a:endParaRPr lang="en-IN" sz="800" dirty="0"/>
          </a:p>
        </p:txBody>
      </p:sp>
      <p:pic>
        <p:nvPicPr>
          <p:cNvPr id="29" name="Graphic 28" descr="Medical with solid fill">
            <a:extLst>
              <a:ext uri="{FF2B5EF4-FFF2-40B4-BE49-F238E27FC236}">
                <a16:creationId xmlns:a16="http://schemas.microsoft.com/office/drawing/2014/main" id="{C42D3A43-E573-4FD2-AA98-D181FC4F914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5724" y="3104307"/>
            <a:ext cx="237744" cy="23774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0BE9178-75EB-41F8-8A15-5932C251EFDB}"/>
              </a:ext>
            </a:extLst>
          </p:cNvPr>
          <p:cNvSpPr txBox="1"/>
          <p:nvPr/>
        </p:nvSpPr>
        <p:spPr>
          <a:xfrm>
            <a:off x="3818619" y="3276997"/>
            <a:ext cx="5181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Gujarat</a:t>
            </a:r>
            <a:endParaRPr lang="en-IN" sz="800" dirty="0"/>
          </a:p>
        </p:txBody>
      </p:sp>
      <p:pic>
        <p:nvPicPr>
          <p:cNvPr id="31" name="Graphic 30" descr="Medical with solid fill">
            <a:extLst>
              <a:ext uri="{FF2B5EF4-FFF2-40B4-BE49-F238E27FC236}">
                <a16:creationId xmlns:a16="http://schemas.microsoft.com/office/drawing/2014/main" id="{A023B836-A035-4C6E-B618-CE74BB70ED8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0719" y="1905955"/>
            <a:ext cx="237744" cy="23774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86FFD5B-F787-4B97-82FE-CFCAA54305DE}"/>
              </a:ext>
            </a:extLst>
          </p:cNvPr>
          <p:cNvSpPr txBox="1"/>
          <p:nvPr/>
        </p:nvSpPr>
        <p:spPr>
          <a:xfrm>
            <a:off x="4777010" y="2063969"/>
            <a:ext cx="5705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Haryana</a:t>
            </a:r>
            <a:endParaRPr lang="en-IN" sz="800" dirty="0"/>
          </a:p>
        </p:txBody>
      </p:sp>
      <p:pic>
        <p:nvPicPr>
          <p:cNvPr id="33" name="Graphic 32" descr="Medical with solid fill">
            <a:extLst>
              <a:ext uri="{FF2B5EF4-FFF2-40B4-BE49-F238E27FC236}">
                <a16:creationId xmlns:a16="http://schemas.microsoft.com/office/drawing/2014/main" id="{4F2C513F-E6E3-412F-96FB-CF3A9E67A60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7972" y="4987395"/>
            <a:ext cx="237744" cy="23774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CD87180-1F76-4FBD-8CD7-3DCA9A0CEDEB}"/>
              </a:ext>
            </a:extLst>
          </p:cNvPr>
          <p:cNvSpPr txBox="1"/>
          <p:nvPr/>
        </p:nvSpPr>
        <p:spPr>
          <a:xfrm>
            <a:off x="4791429" y="5146226"/>
            <a:ext cx="6484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Karnataka</a:t>
            </a:r>
            <a:endParaRPr lang="en-IN" sz="800" dirty="0"/>
          </a:p>
        </p:txBody>
      </p:sp>
      <p:pic>
        <p:nvPicPr>
          <p:cNvPr id="35" name="Graphic 34" descr="Medical with solid fill">
            <a:extLst>
              <a:ext uri="{FF2B5EF4-FFF2-40B4-BE49-F238E27FC236}">
                <a16:creationId xmlns:a16="http://schemas.microsoft.com/office/drawing/2014/main" id="{16961C53-A3D1-43DE-8019-CBA1582AC60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0460" y="5743397"/>
            <a:ext cx="237744" cy="23774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033F3A5-8705-40AC-91E6-7B358003CCD3}"/>
              </a:ext>
            </a:extLst>
          </p:cNvPr>
          <p:cNvSpPr txBox="1"/>
          <p:nvPr/>
        </p:nvSpPr>
        <p:spPr>
          <a:xfrm>
            <a:off x="4998462" y="5902386"/>
            <a:ext cx="4761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Kerala</a:t>
            </a:r>
            <a:endParaRPr lang="en-IN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5ED2A5-E89F-4892-AE6F-6E3C18E10E26}"/>
              </a:ext>
            </a:extLst>
          </p:cNvPr>
          <p:cNvSpPr txBox="1"/>
          <p:nvPr/>
        </p:nvSpPr>
        <p:spPr>
          <a:xfrm>
            <a:off x="5064761" y="3259719"/>
            <a:ext cx="11434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Madhya Pradesh</a:t>
            </a:r>
            <a:endParaRPr lang="en-IN" sz="800" dirty="0"/>
          </a:p>
        </p:txBody>
      </p:sp>
      <p:pic>
        <p:nvPicPr>
          <p:cNvPr id="41" name="Graphic 40" descr="Medical with solid fill">
            <a:extLst>
              <a:ext uri="{FF2B5EF4-FFF2-40B4-BE49-F238E27FC236}">
                <a16:creationId xmlns:a16="http://schemas.microsoft.com/office/drawing/2014/main" id="{71E1A9C5-2797-4279-9E9B-852854C31E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3641" y="3522691"/>
            <a:ext cx="237744" cy="23774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C84E8F9-2BB4-415A-8DEF-ADF27FD4038A}"/>
              </a:ext>
            </a:extLst>
          </p:cNvPr>
          <p:cNvSpPr txBox="1"/>
          <p:nvPr/>
        </p:nvSpPr>
        <p:spPr>
          <a:xfrm>
            <a:off x="6641242" y="3688581"/>
            <a:ext cx="5334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Odisha</a:t>
            </a:r>
            <a:endParaRPr lang="en-IN" sz="800" dirty="0"/>
          </a:p>
        </p:txBody>
      </p:sp>
      <p:pic>
        <p:nvPicPr>
          <p:cNvPr id="43" name="Graphic 42" descr="Medical with solid fill">
            <a:extLst>
              <a:ext uri="{FF2B5EF4-FFF2-40B4-BE49-F238E27FC236}">
                <a16:creationId xmlns:a16="http://schemas.microsoft.com/office/drawing/2014/main" id="{45963801-BDC0-455B-B3F3-E794CB24F5E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4297" y="1537023"/>
            <a:ext cx="237744" cy="23774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6A2E75D-6CB6-41B6-98BE-3BB5219E4A2B}"/>
              </a:ext>
            </a:extLst>
          </p:cNvPr>
          <p:cNvSpPr txBox="1"/>
          <p:nvPr/>
        </p:nvSpPr>
        <p:spPr>
          <a:xfrm>
            <a:off x="4750001" y="1698242"/>
            <a:ext cx="5705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Punjab</a:t>
            </a:r>
            <a:endParaRPr lang="en-IN" sz="800" dirty="0"/>
          </a:p>
        </p:txBody>
      </p:sp>
      <p:pic>
        <p:nvPicPr>
          <p:cNvPr id="46" name="Graphic 45" descr="Medical with solid fill">
            <a:extLst>
              <a:ext uri="{FF2B5EF4-FFF2-40B4-BE49-F238E27FC236}">
                <a16:creationId xmlns:a16="http://schemas.microsoft.com/office/drawing/2014/main" id="{DC5A38CF-8D37-480B-B75D-0D074ED7D49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0163" y="2354089"/>
            <a:ext cx="237744" cy="2377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8153B0E-EEBC-4D41-A4D2-924FA563F1F8}"/>
              </a:ext>
            </a:extLst>
          </p:cNvPr>
          <p:cNvSpPr txBox="1"/>
          <p:nvPr/>
        </p:nvSpPr>
        <p:spPr>
          <a:xfrm>
            <a:off x="4280469" y="2540385"/>
            <a:ext cx="6320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Rajasthan</a:t>
            </a:r>
            <a:endParaRPr lang="en-IN" sz="800" dirty="0"/>
          </a:p>
        </p:txBody>
      </p:sp>
      <p:pic>
        <p:nvPicPr>
          <p:cNvPr id="50" name="Graphic 49" descr="Medical with solid fill">
            <a:extLst>
              <a:ext uri="{FF2B5EF4-FFF2-40B4-BE49-F238E27FC236}">
                <a16:creationId xmlns:a16="http://schemas.microsoft.com/office/drawing/2014/main" id="{78530D03-39A0-4B4C-BE5A-1D751F0F598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4099" y="2329903"/>
            <a:ext cx="237744" cy="23774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ABE58E3-1432-457A-901E-0C1D32BED27C}"/>
              </a:ext>
            </a:extLst>
          </p:cNvPr>
          <p:cNvSpPr txBox="1"/>
          <p:nvPr/>
        </p:nvSpPr>
        <p:spPr>
          <a:xfrm>
            <a:off x="5702077" y="2507329"/>
            <a:ext cx="8004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Uttar Pradesh</a:t>
            </a:r>
            <a:endParaRPr lang="en-IN" sz="800" dirty="0"/>
          </a:p>
        </p:txBody>
      </p:sp>
      <p:pic>
        <p:nvPicPr>
          <p:cNvPr id="52" name="Graphic 51" descr="Medical with solid fill">
            <a:extLst>
              <a:ext uri="{FF2B5EF4-FFF2-40B4-BE49-F238E27FC236}">
                <a16:creationId xmlns:a16="http://schemas.microsoft.com/office/drawing/2014/main" id="{3C00A730-4ACB-4BB4-B282-C1134F59151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8147" y="1350354"/>
            <a:ext cx="493776" cy="49377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3D7CDCC-4E2F-4EC0-82C7-DC4D9F19EF79}"/>
              </a:ext>
            </a:extLst>
          </p:cNvPr>
          <p:cNvSpPr txBox="1"/>
          <p:nvPr/>
        </p:nvSpPr>
        <p:spPr>
          <a:xfrm>
            <a:off x="2435874" y="1397730"/>
            <a:ext cx="1902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Customer Base </a:t>
            </a:r>
            <a:endParaRPr lang="en-IN" sz="2000" dirty="0"/>
          </a:p>
        </p:txBody>
      </p:sp>
      <p:pic>
        <p:nvPicPr>
          <p:cNvPr id="54" name="Graphic 53" descr="Medical with solid fill">
            <a:extLst>
              <a:ext uri="{FF2B5EF4-FFF2-40B4-BE49-F238E27FC236}">
                <a16:creationId xmlns:a16="http://schemas.microsoft.com/office/drawing/2014/main" id="{4F8CD07F-6371-4AC9-93B1-4AC6A9C2808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3960" y="5522432"/>
            <a:ext cx="237744" cy="23774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E2F7D3D-B062-4E11-97BB-4141EE91984F}"/>
              </a:ext>
            </a:extLst>
          </p:cNvPr>
          <p:cNvSpPr txBox="1"/>
          <p:nvPr/>
        </p:nvSpPr>
        <p:spPr>
          <a:xfrm>
            <a:off x="5263538" y="5683891"/>
            <a:ext cx="7182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Tamil Nadu</a:t>
            </a:r>
            <a:endParaRPr lang="en-IN" sz="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95CC23-550B-4B9D-9097-1AE1D71FCC3C}"/>
              </a:ext>
            </a:extLst>
          </p:cNvPr>
          <p:cNvSpPr/>
          <p:nvPr/>
        </p:nvSpPr>
        <p:spPr>
          <a:xfrm>
            <a:off x="769905" y="2366943"/>
            <a:ext cx="998483" cy="156499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7" name="Graphic 56" descr="Medical with solid fill">
            <a:extLst>
              <a:ext uri="{FF2B5EF4-FFF2-40B4-BE49-F238E27FC236}">
                <a16:creationId xmlns:a16="http://schemas.microsoft.com/office/drawing/2014/main" id="{04AA87E4-D8C6-484F-8683-401C4A2A18C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6286" y="1650817"/>
            <a:ext cx="237744" cy="23774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BEFBA82-8998-46C3-92F0-291959341366}"/>
              </a:ext>
            </a:extLst>
          </p:cNvPr>
          <p:cNvSpPr txBox="1"/>
          <p:nvPr/>
        </p:nvSpPr>
        <p:spPr>
          <a:xfrm>
            <a:off x="5341399" y="1805812"/>
            <a:ext cx="8004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Uttarakhand</a:t>
            </a:r>
            <a:endParaRPr lang="en-IN" sz="800" dirty="0"/>
          </a:p>
        </p:txBody>
      </p:sp>
      <p:pic>
        <p:nvPicPr>
          <p:cNvPr id="59" name="Graphic 58" descr="Medical with solid fill">
            <a:extLst>
              <a:ext uri="{FF2B5EF4-FFF2-40B4-BE49-F238E27FC236}">
                <a16:creationId xmlns:a16="http://schemas.microsoft.com/office/drawing/2014/main" id="{2904E7E6-111E-6603-110F-402294A9C37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6671" y="3000957"/>
            <a:ext cx="237744" cy="23774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6335871-A1DA-7733-01A1-A1F0A00C2374}"/>
              </a:ext>
            </a:extLst>
          </p:cNvPr>
          <p:cNvSpPr txBox="1"/>
          <p:nvPr/>
        </p:nvSpPr>
        <p:spPr>
          <a:xfrm>
            <a:off x="7094177" y="3184987"/>
            <a:ext cx="7641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West Bengal</a:t>
            </a:r>
            <a:endParaRPr lang="en-IN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09FE1-4590-62EC-A45F-5DFFA97AD1CA}"/>
              </a:ext>
            </a:extLst>
          </p:cNvPr>
          <p:cNvSpPr txBox="1"/>
          <p:nvPr/>
        </p:nvSpPr>
        <p:spPr>
          <a:xfrm>
            <a:off x="5111750" y="1404035"/>
            <a:ext cx="6373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Himachal </a:t>
            </a:r>
          </a:p>
          <a:p>
            <a:r>
              <a:rPr lang="en-IN" sz="8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Pradesh</a:t>
            </a:r>
            <a:endParaRPr lang="en-IN" sz="800" dirty="0"/>
          </a:p>
        </p:txBody>
      </p:sp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5F989111-6AFC-6019-4218-C777B236136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4638" y="1263602"/>
            <a:ext cx="237744" cy="23774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3772045-589D-CDE5-59A6-64B74BE81D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3867" y="4149439"/>
            <a:ext cx="390525" cy="4476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2BAD329-6643-3DD2-E133-F2C905086E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170" y="4207712"/>
            <a:ext cx="171450" cy="35170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6A62D9D-A4ED-00F8-F13F-DAE94C7D00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9082" y="4373561"/>
            <a:ext cx="523837" cy="144024"/>
          </a:xfrm>
          <a:prstGeom prst="rect">
            <a:avLst/>
          </a:prstGeom>
        </p:spPr>
      </p:pic>
      <p:pic>
        <p:nvPicPr>
          <p:cNvPr id="70" name="Graphic 69" descr="Medical with solid fill">
            <a:extLst>
              <a:ext uri="{FF2B5EF4-FFF2-40B4-BE49-F238E27FC236}">
                <a16:creationId xmlns:a16="http://schemas.microsoft.com/office/drawing/2014/main" id="{372E37E1-678F-CD4C-7B16-57CC82A35AA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5459" y="3958949"/>
            <a:ext cx="237744" cy="23774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5BBA765-C41E-F1E3-1A67-266AE6A5EEF7}"/>
              </a:ext>
            </a:extLst>
          </p:cNvPr>
          <p:cNvSpPr txBox="1"/>
          <p:nvPr/>
        </p:nvSpPr>
        <p:spPr>
          <a:xfrm>
            <a:off x="5320166" y="4123544"/>
            <a:ext cx="899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Telangana</a:t>
            </a:r>
            <a:endParaRPr lang="en-IN" sz="800" dirty="0"/>
          </a:p>
        </p:txBody>
      </p:sp>
      <p:pic>
        <p:nvPicPr>
          <p:cNvPr id="73" name="Graphic 72" descr="Medical with solid fill">
            <a:extLst>
              <a:ext uri="{FF2B5EF4-FFF2-40B4-BE49-F238E27FC236}">
                <a16:creationId xmlns:a16="http://schemas.microsoft.com/office/drawing/2014/main" id="{235C58A4-BC7F-067F-9AA8-13DD386332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8580" y="3090436"/>
            <a:ext cx="237744" cy="237744"/>
          </a:xfrm>
          <a:prstGeom prst="rect">
            <a:avLst/>
          </a:prstGeom>
        </p:spPr>
      </p:pic>
      <p:pic>
        <p:nvPicPr>
          <p:cNvPr id="74" name="Graphic 73" descr="Medical with solid fill">
            <a:extLst>
              <a:ext uri="{FF2B5EF4-FFF2-40B4-BE49-F238E27FC236}">
                <a16:creationId xmlns:a16="http://schemas.microsoft.com/office/drawing/2014/main" id="{CDDAC701-D0A3-A972-D177-D681B6DA585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27189" y="3411621"/>
            <a:ext cx="237744" cy="237744"/>
          </a:xfrm>
          <a:prstGeom prst="rect">
            <a:avLst/>
          </a:prstGeom>
        </p:spPr>
      </p:pic>
      <p:pic>
        <p:nvPicPr>
          <p:cNvPr id="61" name="Graphic 58" descr="Medical with solid fill">
            <a:extLst>
              <a:ext uri="{FF2B5EF4-FFF2-40B4-BE49-F238E27FC236}">
                <a16:creationId xmlns:a16="http://schemas.microsoft.com/office/drawing/2014/main" id="{2904E7E6-111E-6603-110F-402294A9C37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6938" y="3022836"/>
            <a:ext cx="237744" cy="23774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6335871-A1DA-7733-01A1-A1F0A00C2374}"/>
              </a:ext>
            </a:extLst>
          </p:cNvPr>
          <p:cNvSpPr txBox="1"/>
          <p:nvPr/>
        </p:nvSpPr>
        <p:spPr>
          <a:xfrm>
            <a:off x="6507659" y="3184288"/>
            <a:ext cx="7662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 Jharkhand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90708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9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2" grpId="0"/>
      <p:bldP spid="45" grpId="0"/>
      <p:bldP spid="47" grpId="0"/>
      <p:bldP spid="51" grpId="0"/>
      <p:bldP spid="53" grpId="0"/>
      <p:bldP spid="55" grpId="0"/>
      <p:bldP spid="58" grpId="0"/>
      <p:bldP spid="60" grpId="0"/>
      <p:bldP spid="6" grpId="0"/>
      <p:bldP spid="7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4325541-8D13-4B3A-A04F-31CF9232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91399" y="6461760"/>
            <a:ext cx="4089400" cy="334645"/>
          </a:xfrm>
        </p:spPr>
        <p:txBody>
          <a:bodyPr/>
          <a:lstStyle/>
          <a:p>
            <a:pPr algn="r"/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pic>
        <p:nvPicPr>
          <p:cNvPr id="9" name="Picture 8" descr="Map&#10;&#10;Description automatically generated">
            <a:extLst>
              <a:ext uri="{FF2B5EF4-FFF2-40B4-BE49-F238E27FC236}">
                <a16:creationId xmlns:a16="http://schemas.microsoft.com/office/drawing/2014/main" id="{766FD6C9-ABB2-4191-8D15-B9469CB0576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339547" y="476415"/>
            <a:ext cx="5933662" cy="6255381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C2EBF00-6B17-4A10-90F5-93377252AFD7}"/>
              </a:ext>
            </a:extLst>
          </p:cNvPr>
          <p:cNvSpPr/>
          <p:nvPr/>
        </p:nvSpPr>
        <p:spPr>
          <a:xfrm>
            <a:off x="8560087" y="4866290"/>
            <a:ext cx="998483" cy="156499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77555-EE13-43E4-AE04-A9E64111E2B2}"/>
              </a:ext>
            </a:extLst>
          </p:cNvPr>
          <p:cNvSpPr/>
          <p:nvPr/>
        </p:nvSpPr>
        <p:spPr>
          <a:xfrm>
            <a:off x="3624908" y="5506278"/>
            <a:ext cx="998483" cy="600324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D7D1C-9FD8-4172-8F63-5AD1F75AC6FB}"/>
              </a:ext>
            </a:extLst>
          </p:cNvPr>
          <p:cNvSpPr txBox="1"/>
          <p:nvPr/>
        </p:nvSpPr>
        <p:spPr>
          <a:xfrm>
            <a:off x="5230210" y="2239871"/>
            <a:ext cx="5181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Delhi</a:t>
            </a:r>
            <a:endParaRPr lang="en-IN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F26AD-359D-4BD8-83F5-EEC1D8B9D304}"/>
              </a:ext>
            </a:extLst>
          </p:cNvPr>
          <p:cNvSpPr txBox="1"/>
          <p:nvPr/>
        </p:nvSpPr>
        <p:spPr>
          <a:xfrm>
            <a:off x="3554006" y="4118177"/>
            <a:ext cx="7690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Mumbai</a:t>
            </a:r>
            <a:endParaRPr lang="en-IN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D87180-1F76-4FBD-8CD7-3DCA9A0CEDEB}"/>
              </a:ext>
            </a:extLst>
          </p:cNvPr>
          <p:cNvSpPr txBox="1"/>
          <p:nvPr/>
        </p:nvSpPr>
        <p:spPr>
          <a:xfrm>
            <a:off x="4526525" y="5164670"/>
            <a:ext cx="902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Bengaluru</a:t>
            </a:r>
            <a:endParaRPr lang="en-IN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5ED2A5-E89F-4892-AE6F-6E3C18E10E26}"/>
              </a:ext>
            </a:extLst>
          </p:cNvPr>
          <p:cNvSpPr txBox="1"/>
          <p:nvPr/>
        </p:nvSpPr>
        <p:spPr>
          <a:xfrm>
            <a:off x="4257998" y="3184576"/>
            <a:ext cx="6484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Bhopal</a:t>
            </a:r>
            <a:endParaRPr lang="en-IN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D7CDCC-4E2F-4EC0-82C7-DC4D9F19EF79}"/>
              </a:ext>
            </a:extLst>
          </p:cNvPr>
          <p:cNvSpPr txBox="1"/>
          <p:nvPr/>
        </p:nvSpPr>
        <p:spPr>
          <a:xfrm>
            <a:off x="2323323" y="1397730"/>
            <a:ext cx="20581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Accurate</a:t>
            </a:r>
            <a:r>
              <a:rPr lang="en-IN" sz="20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Offices</a:t>
            </a:r>
            <a:endParaRPr lang="en-IN" sz="2000" dirty="0"/>
          </a:p>
        </p:txBody>
      </p:sp>
      <p:pic>
        <p:nvPicPr>
          <p:cNvPr id="3" name="Graphic 2" descr="Marker with solid fill">
            <a:extLst>
              <a:ext uri="{FF2B5EF4-FFF2-40B4-BE49-F238E27FC236}">
                <a16:creationId xmlns:a16="http://schemas.microsoft.com/office/drawing/2014/main" id="{60F3DCB1-697E-4FC8-9C14-6D6E28CF941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42097" y="1270000"/>
            <a:ext cx="493776" cy="493776"/>
          </a:xfrm>
          <a:prstGeom prst="rect">
            <a:avLst/>
          </a:prstGeom>
        </p:spPr>
      </p:pic>
      <p:pic>
        <p:nvPicPr>
          <p:cNvPr id="56" name="Graphic 55" descr="Marker with solid fill">
            <a:extLst>
              <a:ext uri="{FF2B5EF4-FFF2-40B4-BE49-F238E27FC236}">
                <a16:creationId xmlns:a16="http://schemas.microsoft.com/office/drawing/2014/main" id="{9C45423B-8D87-49D9-BBE0-4249F7D0BBA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8303" y="2143403"/>
            <a:ext cx="274320" cy="274320"/>
          </a:xfrm>
          <a:prstGeom prst="rect">
            <a:avLst/>
          </a:prstGeom>
        </p:spPr>
      </p:pic>
      <p:pic>
        <p:nvPicPr>
          <p:cNvPr id="57" name="Graphic 56" descr="Marker with solid fill">
            <a:extLst>
              <a:ext uri="{FF2B5EF4-FFF2-40B4-BE49-F238E27FC236}">
                <a16:creationId xmlns:a16="http://schemas.microsoft.com/office/drawing/2014/main" id="{EDA06D06-BEEA-4495-BDC6-C695BA7520C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0621" y="4102172"/>
            <a:ext cx="274320" cy="274320"/>
          </a:xfrm>
          <a:prstGeom prst="rect">
            <a:avLst/>
          </a:prstGeom>
        </p:spPr>
      </p:pic>
      <p:pic>
        <p:nvPicPr>
          <p:cNvPr id="58" name="Graphic 57" descr="Marker with solid fill">
            <a:extLst>
              <a:ext uri="{FF2B5EF4-FFF2-40B4-BE49-F238E27FC236}">
                <a16:creationId xmlns:a16="http://schemas.microsoft.com/office/drawing/2014/main" id="{797C5E75-7190-4F0A-947B-35F15A75C90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6757" y="3119544"/>
            <a:ext cx="274320" cy="27432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01E7D83-FB29-4278-A863-E16BE512610F}"/>
              </a:ext>
            </a:extLst>
          </p:cNvPr>
          <p:cNvSpPr txBox="1"/>
          <p:nvPr/>
        </p:nvSpPr>
        <p:spPr>
          <a:xfrm>
            <a:off x="7506916" y="3321130"/>
            <a:ext cx="729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Kolkata</a:t>
            </a:r>
            <a:endParaRPr lang="en-IN" sz="1000" dirty="0"/>
          </a:p>
        </p:txBody>
      </p:sp>
      <p:pic>
        <p:nvPicPr>
          <p:cNvPr id="60" name="Graphic 59" descr="Marker with solid fill">
            <a:extLst>
              <a:ext uri="{FF2B5EF4-FFF2-40B4-BE49-F238E27FC236}">
                <a16:creationId xmlns:a16="http://schemas.microsoft.com/office/drawing/2014/main" id="{F7A3A7DB-4189-4362-AE95-F8E320FF794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11415" y="3249787"/>
            <a:ext cx="274320" cy="274320"/>
          </a:xfrm>
          <a:prstGeom prst="rect">
            <a:avLst/>
          </a:prstGeom>
        </p:spPr>
      </p:pic>
      <p:pic>
        <p:nvPicPr>
          <p:cNvPr id="61" name="Graphic 60" descr="Marker with solid fill">
            <a:extLst>
              <a:ext uri="{FF2B5EF4-FFF2-40B4-BE49-F238E27FC236}">
                <a16:creationId xmlns:a16="http://schemas.microsoft.com/office/drawing/2014/main" id="{1856FCA3-88C6-43C5-83D5-A02C6059D03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0210" y="5139174"/>
            <a:ext cx="274320" cy="27432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A3C2340-C56F-4684-B390-F995F327E1C9}"/>
              </a:ext>
            </a:extLst>
          </p:cNvPr>
          <p:cNvSpPr txBox="1"/>
          <p:nvPr/>
        </p:nvSpPr>
        <p:spPr>
          <a:xfrm>
            <a:off x="5596258" y="3617005"/>
            <a:ext cx="7156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Nagpur</a:t>
            </a:r>
            <a:endParaRPr lang="en-IN" sz="1200" dirty="0"/>
          </a:p>
        </p:txBody>
      </p:sp>
      <p:pic>
        <p:nvPicPr>
          <p:cNvPr id="63" name="Graphic 62" descr="Marker with solid fill">
            <a:extLst>
              <a:ext uri="{FF2B5EF4-FFF2-40B4-BE49-F238E27FC236}">
                <a16:creationId xmlns:a16="http://schemas.microsoft.com/office/drawing/2014/main" id="{14C77262-77FD-430E-B0CE-59C776566AD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1645" y="3546121"/>
            <a:ext cx="274320" cy="2743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07986B0-0A08-40AD-B5B7-D6D7D71B9EDA}"/>
              </a:ext>
            </a:extLst>
          </p:cNvPr>
          <p:cNvSpPr txBox="1"/>
          <p:nvPr/>
        </p:nvSpPr>
        <p:spPr>
          <a:xfrm>
            <a:off x="4047046" y="4311683"/>
            <a:ext cx="7690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cap="none" spc="0" dirty="0">
                <a:ln w="0"/>
                <a:solidFill>
                  <a:srgbClr val="00006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Pune</a:t>
            </a:r>
            <a:endParaRPr lang="en-IN" sz="800" dirty="0"/>
          </a:p>
        </p:txBody>
      </p:sp>
      <p:pic>
        <p:nvPicPr>
          <p:cNvPr id="25" name="Graphic 24" descr="Marker with solid fill">
            <a:extLst>
              <a:ext uri="{FF2B5EF4-FFF2-40B4-BE49-F238E27FC236}">
                <a16:creationId xmlns:a16="http://schemas.microsoft.com/office/drawing/2014/main" id="{E60457B8-F86F-4AB3-9105-B5D8C42F13A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441" y="4244069"/>
            <a:ext cx="274320" cy="27432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BC91606-E6AF-4E11-8EBD-A751B6FF891F}"/>
              </a:ext>
            </a:extLst>
          </p:cNvPr>
          <p:cNvSpPr/>
          <p:nvPr/>
        </p:nvSpPr>
        <p:spPr>
          <a:xfrm>
            <a:off x="769905" y="2366943"/>
            <a:ext cx="998483" cy="156499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60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Tm="5000"/>
    </mc:Choice>
    <mc:Fallback xmlns=""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4" grpId="0"/>
      <p:bldP spid="38" grpId="0"/>
      <p:bldP spid="53" grpId="0"/>
      <p:bldP spid="59" grpId="0"/>
      <p:bldP spid="62" grpId="0"/>
      <p:bldP spid="23" grpId="0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2F33E39E-43B4-4993-879E-B4536B2C8E44}"/>
              </a:ext>
            </a:extLst>
          </p:cNvPr>
          <p:cNvSpPr txBox="1">
            <a:spLocks/>
          </p:cNvSpPr>
          <p:nvPr/>
        </p:nvSpPr>
        <p:spPr>
          <a:xfrm>
            <a:off x="7391399" y="6461760"/>
            <a:ext cx="4089400" cy="3346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1600" dirty="0">
                <a:solidFill>
                  <a:srgbClr val="0000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DAD2CD29-C49C-4FB3-8902-2FDDED080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520" y="223520"/>
            <a:ext cx="6492239" cy="649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3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Tm="5000"/>
    </mc:Choice>
    <mc:Fallback xmlns="">
      <p:transition spd="slow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CA9FB-BDDE-41A4-AF07-8944B01A0CED}"/>
              </a:ext>
            </a:extLst>
          </p:cNvPr>
          <p:cNvSpPr/>
          <p:nvPr/>
        </p:nvSpPr>
        <p:spPr>
          <a:xfrm>
            <a:off x="396240" y="426720"/>
            <a:ext cx="11389360" cy="6035040"/>
          </a:xfrm>
          <a:prstGeom prst="roundRect">
            <a:avLst/>
          </a:prstGeom>
          <a:noFill/>
          <a:ln w="254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4325541-8D13-4B3A-A04F-31CF9232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91399" y="6461760"/>
            <a:ext cx="4089400" cy="334645"/>
          </a:xfrm>
        </p:spPr>
        <p:txBody>
          <a:bodyPr/>
          <a:lstStyle/>
          <a:p>
            <a:pPr algn="r"/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MEDICAL IMAGING PRINT SOLUTION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0E2AD8-BA93-46FF-BBE4-6B2A556B3DDB}"/>
              </a:ext>
            </a:extLst>
          </p:cNvPr>
          <p:cNvSpPr/>
          <p:nvPr/>
        </p:nvSpPr>
        <p:spPr>
          <a:xfrm>
            <a:off x="10891520" y="101600"/>
            <a:ext cx="1188720" cy="1168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F632B4E8-7573-4DD7-B18C-A2F320346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3443" r="5665" b="5154"/>
          <a:stretch/>
        </p:blipFill>
        <p:spPr>
          <a:xfrm>
            <a:off x="11028679" y="325120"/>
            <a:ext cx="904241" cy="678181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C2EBF00-6B17-4A10-90F5-93377252AFD7}"/>
              </a:ext>
            </a:extLst>
          </p:cNvPr>
          <p:cNvSpPr/>
          <p:nvPr/>
        </p:nvSpPr>
        <p:spPr>
          <a:xfrm>
            <a:off x="8560087" y="4866290"/>
            <a:ext cx="998483" cy="156499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191183-0ED0-4E4E-BC10-C3146FAA052A}"/>
              </a:ext>
            </a:extLst>
          </p:cNvPr>
          <p:cNvSpPr txBox="1"/>
          <p:nvPr/>
        </p:nvSpPr>
        <p:spPr>
          <a:xfrm>
            <a:off x="643974" y="947599"/>
            <a:ext cx="33603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IN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Contact 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837CC5-8D47-4B68-8E69-C23C8335E196}"/>
              </a:ext>
            </a:extLst>
          </p:cNvPr>
          <p:cNvSpPr txBox="1"/>
          <p:nvPr/>
        </p:nvSpPr>
        <p:spPr>
          <a:xfrm>
            <a:off x="3350535" y="2225142"/>
            <a:ext cx="632572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b="1" dirty="0">
                <a:ln w="0"/>
                <a:solidFill>
                  <a:srgbClr val="0000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+91 9157976333</a:t>
            </a:r>
            <a:endParaRPr lang="en-IN" sz="6000" b="1" dirty="0">
              <a:ln w="0"/>
              <a:solidFill>
                <a:srgbClr val="00003C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003F56-9856-486E-B7D1-A6AC8AE93E28}"/>
              </a:ext>
            </a:extLst>
          </p:cNvPr>
          <p:cNvSpPr txBox="1"/>
          <p:nvPr/>
        </p:nvSpPr>
        <p:spPr>
          <a:xfrm>
            <a:off x="4709564" y="4252021"/>
            <a:ext cx="689760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vandaninnovations@gmail.com</a:t>
            </a:r>
            <a:endParaRPr lang="en-IN" sz="35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Graphic 17" descr="Speaker phone with solid fill">
            <a:extLst>
              <a:ext uri="{FF2B5EF4-FFF2-40B4-BE49-F238E27FC236}">
                <a16:creationId xmlns:a16="http://schemas.microsoft.com/office/drawing/2014/main" id="{00F9D48C-CC00-451B-8A32-23332E7FD14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3676" y="2462383"/>
            <a:ext cx="914400" cy="914400"/>
          </a:xfrm>
          <a:prstGeom prst="rect">
            <a:avLst/>
          </a:prstGeom>
        </p:spPr>
      </p:pic>
      <p:pic>
        <p:nvPicPr>
          <p:cNvPr id="32" name="Graphic 31" descr="Email with solid fill">
            <a:extLst>
              <a:ext uri="{FF2B5EF4-FFF2-40B4-BE49-F238E27FC236}">
                <a16:creationId xmlns:a16="http://schemas.microsoft.com/office/drawing/2014/main" id="{1C627103-5F41-4435-9BB1-1DFBF39ED62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3764" y="39685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3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Tm="15000"/>
    </mc:Choice>
    <mc:Fallback xmlns="">
      <p:transition spd="slow" advTm="1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3601</TotalTime>
  <Words>278</Words>
  <Application>Microsoft Office PowerPoint</Application>
  <PresentationFormat>Widescreen</PresentationFormat>
  <Paragraphs>126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Fontin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Abhijit Raut</dc:creator>
  <cp:lastModifiedBy>Sanjaykumar Shah</cp:lastModifiedBy>
  <cp:revision>67</cp:revision>
  <dcterms:created xsi:type="dcterms:W3CDTF">2021-12-30T07:21:24Z</dcterms:created>
  <dcterms:modified xsi:type="dcterms:W3CDTF">2024-07-24T06:22:06Z</dcterms:modified>
</cp:coreProperties>
</file>